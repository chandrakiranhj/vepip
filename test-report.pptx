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502920" y="594360"/>
            <a:ext cx="100584" cy="13716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804672" y="594360"/>
            <a:ext cx="100584" cy="13716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49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FUNDER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3200400" cy="13716"/>
          </a:xfrm>
          <a:prstGeom prst="rect">
            <a:avLst/>
          </a:prstGeom>
          <a:solidFill>
            <a:srgbClr val="F7F3EE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461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11480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DD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598932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" y="6172200"/>
            <a:ext cx="73152" cy="73152"/>
          </a:xfrm>
          <a:prstGeom prst="ellipse">
            <a:avLst/>
          </a:prstGeom>
          <a:solidFill>
            <a:srgbClr val="C49A32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73152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9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Tata Trusts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577840" y="30632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Through Education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3913632"/>
            <a:ext cx="6217920" cy="27432"/>
          </a:xfrm>
          <a:prstGeom prst="rect">
            <a:avLst/>
          </a:prstGeom>
          <a:solidFill>
            <a:srgbClr val="C49A3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005072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 2024 – 31 Dec 2024
</a:t>
            </a:r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₹25.0L
</a:t>
            </a:r>
            <a:pPr algn="l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Karnataka, Tamil Nadu, Andhra Pradesh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64008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61872"/>
            <a:ext cx="36576" cy="384048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261872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trains teachers of visually impaired children across three southern states in modern inclusive education techniques including Braille, assistive technology, and classroom adaptation.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520440" cy="173736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0" y="1417320"/>
            <a:ext cx="352044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527048"/>
            <a:ext cx="333756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₹25.0L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321040" y="2494483"/>
            <a:ext cx="333756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Grant 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3429000"/>
            <a:ext cx="3520440" cy="173736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3429000"/>
            <a:ext cx="352044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538728"/>
            <a:ext cx="3337560" cy="90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21040" y="4506163"/>
            <a:ext cx="333756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Impact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66344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57784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Complete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56432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₹19.1L of ₹25.0L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55080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Reached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activities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62288" y="1645920"/>
            <a:ext cx="2560320" cy="347472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62288" y="1645920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1755648"/>
            <a:ext cx="2377440" cy="1806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209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53728" y="3800246"/>
            <a:ext cx="23774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project activities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Progress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61872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54480"/>
                <a:gridCol w="1554480"/>
                <a:gridCol w="1554480"/>
                <a:gridCol w="19202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Training Workshops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teachers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teachers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Resource Kits Distributed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Assessment Reports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 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ACTIVITIES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Activities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1155680" cy="91440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45720" cy="91440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371600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— Bengaluru Batch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664208"/>
            <a:ext cx="10899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Oct 2024  ·  Karnataka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58952" y="1865376"/>
            <a:ext cx="10899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teachers  ·  5 schools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304288"/>
            <a:ext cx="11155680" cy="91440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304288"/>
            <a:ext cx="45720" cy="91440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377440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— Chennai Batch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" y="2670048"/>
            <a:ext cx="10899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Nov 2024  ·  Tamil Nadu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58952" y="2871216"/>
            <a:ext cx="10899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teachers  ·  7 schools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310128"/>
            <a:ext cx="11155680" cy="91440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10128"/>
            <a:ext cx="45720" cy="91440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3383280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Kit Distribution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3675888"/>
            <a:ext cx="10899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Dec 2024  ·  Karnataka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8952" y="3877056"/>
            <a:ext cx="10899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students  ·  12 schools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4315968"/>
            <a:ext cx="11155680" cy="91440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4315968"/>
            <a:ext cx="45720" cy="91440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4389120"/>
            <a:ext cx="10899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Assessment Visit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" y="4681728"/>
            <a:ext cx="10899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Jan 2025  ·  Andhra Pradesh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8952" y="4882896"/>
            <a:ext cx="10899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teachers  ·  89 students  ·  8 schools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FROM THE FIELD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from the Field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0972800" cy="292608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298448"/>
            <a:ext cx="1097280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3441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49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3D2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training completely changed how I approach my classroom. The children are responding so much better now.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15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Savitha K., Special Education Teacher, Bengaluru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16152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612648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16152" y="630936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Reach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7432" cy="484632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25880"/>
            <a:ext cx="2743200" cy="621792"/>
          </a:xfrm>
          <a:prstGeom prst="rect">
            <a:avLst/>
          </a:prstGeom>
          <a:solidFill>
            <a:srgbClr val="F7F3EE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1527048"/>
            <a:ext cx="201168" cy="201168"/>
          </a:xfrm>
          <a:prstGeom prst="ellipse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986784" y="1417320"/>
            <a:ext cx="22311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73952" y="1325880"/>
            <a:ext cx="2743200" cy="621792"/>
          </a:xfrm>
          <a:prstGeom prst="rect">
            <a:avLst/>
          </a:prstGeom>
          <a:solidFill>
            <a:srgbClr val="F7F3EE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1968" y="1527048"/>
            <a:ext cx="201168" cy="201168"/>
          </a:xfrm>
          <a:prstGeom prst="ellipse">
            <a:avLst/>
          </a:prstGeom>
          <a:solidFill>
            <a:srgbClr val="C49A32"/>
          </a:solidFill>
          <a:ln/>
        </p:spPr>
      </p:sp>
      <p:sp>
        <p:nvSpPr>
          <p:cNvPr id="17" name="Text 15"/>
          <p:cNvSpPr/>
          <p:nvPr/>
        </p:nvSpPr>
        <p:spPr>
          <a:xfrm>
            <a:off x="6894576" y="1417320"/>
            <a:ext cx="22311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81744" y="1325880"/>
            <a:ext cx="2743200" cy="621792"/>
          </a:xfrm>
          <a:prstGeom prst="rect">
            <a:avLst/>
          </a:prstGeom>
          <a:solidFill>
            <a:srgbClr val="F7F3EE"/>
          </a:solidFill>
          <a:ln w="12700">
            <a:solidFill>
              <a:srgbClr val="E8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09760" y="1527048"/>
            <a:ext cx="201168" cy="201168"/>
          </a:xfrm>
          <a:prstGeom prst="ellipse">
            <a:avLst/>
          </a:prstGeom>
          <a:solidFill>
            <a:srgbClr val="C49A32"/>
          </a:solidFill>
          <a:ln/>
        </p:spPr>
      </p:sp>
      <p:sp>
        <p:nvSpPr>
          <p:cNvPr id="20" name="Text 18"/>
          <p:cNvSpPr/>
          <p:nvPr/>
        </p:nvSpPr>
        <p:spPr>
          <a:xfrm>
            <a:off x="9802368" y="1417320"/>
            <a:ext cx="2231136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59893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Karnataka: 120 students · 28 teachers     Andhra Pradesh: 89 students · 15 teachers     Tamil Nadu: 0 students · 32 teachers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0704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16152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614476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216152" y="6327648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510528"/>
            <a:ext cx="1218895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7492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₹25.0L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8932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78708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8708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4" name="Text 12"/>
          <p:cNvSpPr/>
          <p:nvPr/>
        </p:nvSpPr>
        <p:spPr>
          <a:xfrm>
            <a:off x="3470148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₹19.1L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70148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Spent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9924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18" name="Text 16"/>
          <p:cNvSpPr/>
          <p:nvPr/>
        </p:nvSpPr>
        <p:spPr>
          <a:xfrm>
            <a:off x="6341364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₹5.8L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41364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Remaining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21140" y="1261872"/>
            <a:ext cx="2560320" cy="1371600"/>
          </a:xfrm>
          <a:prstGeom prst="rect">
            <a:avLst/>
          </a:prstGeom>
          <a:solidFill>
            <a:srgbClr val="F5EDD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1140" y="1261872"/>
            <a:ext cx="2560320" cy="45720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22" name="Text 20"/>
          <p:cNvSpPr/>
          <p:nvPr/>
        </p:nvSpPr>
        <p:spPr>
          <a:xfrm>
            <a:off x="9212580" y="13716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212580" y="2112264"/>
            <a:ext cx="23774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Rate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182880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Spent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D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Personnel &amp; Training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&amp;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Field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9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Overhead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15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0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6872" y="0"/>
            <a:ext cx="5212080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3" name="Text 1"/>
          <p:cNvSpPr/>
          <p:nvPr/>
        </p:nvSpPr>
        <p:spPr>
          <a:xfrm>
            <a:off x="7086600" y="1371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086600" y="2514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support 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086600" y="2880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Through Education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3657600"/>
            <a:ext cx="3931920" cy="22860"/>
          </a:xfrm>
          <a:prstGeom prst="rect">
            <a:avLst/>
          </a:prstGeom>
          <a:solidFill>
            <a:srgbClr val="F7F3EE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3822192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 Trust
</a:t>
            </a:r>
            <a:pPr algn="ctr" indent="0" marL="0">
              <a:lnSpc>
                <a:spcPct val="155000"/>
              </a:lnSpc>
              <a:buNone/>
            </a:pPr>
            <a:r>
              <a:rPr lang="en-US" sz="1050" i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inclusive education for
visually impaired children
</a:t>
            </a:r>
            <a:pPr algn="ctr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www.visionempower.in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86600" y="5349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Tata Trusts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138160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93608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9056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04504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59952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598932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93608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49056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59952" y="6172200"/>
            <a:ext cx="73152" cy="73152"/>
          </a:xfrm>
          <a:prstGeom prst="ellipse">
            <a:avLst/>
          </a:prstGeom>
          <a:solidFill>
            <a:srgbClr val="C49A32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A150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C49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Next Steps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4360" y="1298448"/>
            <a:ext cx="3017520" cy="416052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1298448"/>
            <a:ext cx="30175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1828800"/>
            <a:ext cx="2743200" cy="2286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1956816"/>
            <a:ext cx="2788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298448"/>
            <a:ext cx="3017520" cy="416052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298448"/>
            <a:ext cx="3017520" cy="4572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31920" y="1828800"/>
            <a:ext cx="2743200" cy="22860"/>
          </a:xfrm>
          <a:prstGeom prst="rect">
            <a:avLst/>
          </a:prstGeom>
          <a:solidFill>
            <a:srgbClr val="E8DDD0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1956816"/>
            <a:ext cx="2788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6510528"/>
            <a:ext cx="6976872" cy="36576"/>
          </a:xfrm>
          <a:prstGeom prst="rect">
            <a:avLst/>
          </a:prstGeom>
          <a:solidFill>
            <a:srgbClr val="C49A32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6583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Empower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60720" y="6583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Vision Empower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Through Education — Funder Report</dc:title>
  <dc:subject>PptxGenJS Presentation</dc:subject>
  <dc:creator>Vision Empower</dc:creator>
  <cp:lastModifiedBy>Vision Empower</cp:lastModifiedBy>
  <cp:revision>1</cp:revision>
  <dcterms:created xsi:type="dcterms:W3CDTF">2026-05-02T11:26:14Z</dcterms:created>
  <dcterms:modified xsi:type="dcterms:W3CDTF">2026-05-02T11:26:14Z</dcterms:modified>
</cp:coreProperties>
</file>