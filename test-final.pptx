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508"/>
        </a:solidFill>
      </p:bgPr>
    </p:bg>
    <p:spTree>
      <p:nvGrpSpPr>
        <p:cNvPr id="1" name=""/>
        <p:cNvGrpSpPr/>
        <p:nvPr/>
      </p:nvGrpSpPr>
      <p:grpSpPr>
        <a:xfrm>
          <a:off x="0" y="0"/>
          <a:ext cx="0" cy="0"/>
          <a:chOff x="0" y="0"/>
          <a:chExt cx="0" cy="0"/>
        </a:xfrm>
      </p:grpSpPr>
      <p:sp>
        <p:nvSpPr>
          <p:cNvPr id="2" name="Shape 0"/>
          <p:cNvSpPr/>
          <p:nvPr/>
        </p:nvSpPr>
        <p:spPr>
          <a:xfrm>
            <a:off x="6217920" y="320040"/>
            <a:ext cx="91440" cy="91440"/>
          </a:xfrm>
          <a:prstGeom prst="ellipse">
            <a:avLst/>
          </a:prstGeom>
          <a:solidFill>
            <a:srgbClr val="C49A32">
              <a:alpha val="22000"/>
            </a:srgbClr>
          </a:solidFill>
          <a:ln/>
        </p:spPr>
      </p:sp>
      <p:sp>
        <p:nvSpPr>
          <p:cNvPr id="3" name="Shape 1"/>
          <p:cNvSpPr/>
          <p:nvPr/>
        </p:nvSpPr>
        <p:spPr>
          <a:xfrm>
            <a:off x="6217920" y="886968"/>
            <a:ext cx="91440" cy="91440"/>
          </a:xfrm>
          <a:prstGeom prst="ellipse">
            <a:avLst/>
          </a:prstGeom>
          <a:solidFill>
            <a:srgbClr val="C49A32">
              <a:alpha val="22000"/>
            </a:srgbClr>
          </a:solidFill>
          <a:ln/>
        </p:spPr>
      </p:sp>
      <p:sp>
        <p:nvSpPr>
          <p:cNvPr id="4" name="Shape 2"/>
          <p:cNvSpPr/>
          <p:nvPr/>
        </p:nvSpPr>
        <p:spPr>
          <a:xfrm>
            <a:off x="6217920" y="1453896"/>
            <a:ext cx="91440" cy="91440"/>
          </a:xfrm>
          <a:prstGeom prst="ellipse">
            <a:avLst/>
          </a:prstGeom>
          <a:solidFill>
            <a:srgbClr val="C49A32">
              <a:alpha val="22000"/>
            </a:srgbClr>
          </a:solidFill>
          <a:ln/>
        </p:spPr>
      </p:sp>
      <p:sp>
        <p:nvSpPr>
          <p:cNvPr id="5" name="Shape 3"/>
          <p:cNvSpPr/>
          <p:nvPr/>
        </p:nvSpPr>
        <p:spPr>
          <a:xfrm>
            <a:off x="6217920" y="2020824"/>
            <a:ext cx="91440" cy="91440"/>
          </a:xfrm>
          <a:prstGeom prst="ellipse">
            <a:avLst/>
          </a:prstGeom>
          <a:solidFill>
            <a:srgbClr val="C49A32">
              <a:alpha val="22000"/>
            </a:srgbClr>
          </a:solidFill>
          <a:ln/>
        </p:spPr>
      </p:sp>
      <p:sp>
        <p:nvSpPr>
          <p:cNvPr id="6" name="Shape 4"/>
          <p:cNvSpPr/>
          <p:nvPr/>
        </p:nvSpPr>
        <p:spPr>
          <a:xfrm>
            <a:off x="6217920" y="2587752"/>
            <a:ext cx="91440" cy="91440"/>
          </a:xfrm>
          <a:prstGeom prst="ellipse">
            <a:avLst/>
          </a:prstGeom>
          <a:solidFill>
            <a:srgbClr val="C49A32">
              <a:alpha val="22000"/>
            </a:srgbClr>
          </a:solidFill>
          <a:ln/>
        </p:spPr>
      </p:sp>
      <p:sp>
        <p:nvSpPr>
          <p:cNvPr id="7" name="Shape 5"/>
          <p:cNvSpPr/>
          <p:nvPr/>
        </p:nvSpPr>
        <p:spPr>
          <a:xfrm>
            <a:off x="6217920" y="3154680"/>
            <a:ext cx="91440" cy="91440"/>
          </a:xfrm>
          <a:prstGeom prst="ellipse">
            <a:avLst/>
          </a:prstGeom>
          <a:solidFill>
            <a:srgbClr val="C49A32">
              <a:alpha val="22000"/>
            </a:srgbClr>
          </a:solidFill>
          <a:ln/>
        </p:spPr>
      </p:sp>
      <p:sp>
        <p:nvSpPr>
          <p:cNvPr id="8" name="Shape 6"/>
          <p:cNvSpPr/>
          <p:nvPr/>
        </p:nvSpPr>
        <p:spPr>
          <a:xfrm>
            <a:off x="6217920" y="3721608"/>
            <a:ext cx="91440" cy="91440"/>
          </a:xfrm>
          <a:prstGeom prst="ellipse">
            <a:avLst/>
          </a:prstGeom>
          <a:solidFill>
            <a:srgbClr val="C49A32">
              <a:alpha val="22000"/>
            </a:srgbClr>
          </a:solidFill>
          <a:ln/>
        </p:spPr>
      </p:sp>
      <p:sp>
        <p:nvSpPr>
          <p:cNvPr id="9" name="Shape 7"/>
          <p:cNvSpPr/>
          <p:nvPr/>
        </p:nvSpPr>
        <p:spPr>
          <a:xfrm>
            <a:off x="6217920" y="4288536"/>
            <a:ext cx="91440" cy="91440"/>
          </a:xfrm>
          <a:prstGeom prst="ellipse">
            <a:avLst/>
          </a:prstGeom>
          <a:solidFill>
            <a:srgbClr val="C49A32">
              <a:alpha val="22000"/>
            </a:srgbClr>
          </a:solidFill>
          <a:ln/>
        </p:spPr>
      </p:sp>
      <p:sp>
        <p:nvSpPr>
          <p:cNvPr id="10" name="Shape 8"/>
          <p:cNvSpPr/>
          <p:nvPr/>
        </p:nvSpPr>
        <p:spPr>
          <a:xfrm>
            <a:off x="6217920" y="4855464"/>
            <a:ext cx="91440" cy="91440"/>
          </a:xfrm>
          <a:prstGeom prst="ellipse">
            <a:avLst/>
          </a:prstGeom>
          <a:solidFill>
            <a:srgbClr val="C49A32">
              <a:alpha val="22000"/>
            </a:srgbClr>
          </a:solidFill>
          <a:ln/>
        </p:spPr>
      </p:sp>
      <p:sp>
        <p:nvSpPr>
          <p:cNvPr id="11" name="Shape 9"/>
          <p:cNvSpPr/>
          <p:nvPr/>
        </p:nvSpPr>
        <p:spPr>
          <a:xfrm>
            <a:off x="6217920" y="5422392"/>
            <a:ext cx="91440" cy="91440"/>
          </a:xfrm>
          <a:prstGeom prst="ellipse">
            <a:avLst/>
          </a:prstGeom>
          <a:solidFill>
            <a:srgbClr val="C49A32">
              <a:alpha val="22000"/>
            </a:srgbClr>
          </a:solidFill>
          <a:ln/>
        </p:spPr>
      </p:sp>
      <p:sp>
        <p:nvSpPr>
          <p:cNvPr id="12" name="Shape 10"/>
          <p:cNvSpPr/>
          <p:nvPr/>
        </p:nvSpPr>
        <p:spPr>
          <a:xfrm>
            <a:off x="6931152" y="320040"/>
            <a:ext cx="91440" cy="91440"/>
          </a:xfrm>
          <a:prstGeom prst="ellipse">
            <a:avLst/>
          </a:prstGeom>
          <a:solidFill>
            <a:srgbClr val="C49A32">
              <a:alpha val="22000"/>
            </a:srgbClr>
          </a:solidFill>
          <a:ln/>
        </p:spPr>
      </p:sp>
      <p:sp>
        <p:nvSpPr>
          <p:cNvPr id="13" name="Shape 11"/>
          <p:cNvSpPr/>
          <p:nvPr/>
        </p:nvSpPr>
        <p:spPr>
          <a:xfrm>
            <a:off x="6931152" y="886968"/>
            <a:ext cx="91440" cy="91440"/>
          </a:xfrm>
          <a:prstGeom prst="ellipse">
            <a:avLst/>
          </a:prstGeom>
          <a:solidFill>
            <a:srgbClr val="C49A32">
              <a:alpha val="22000"/>
            </a:srgbClr>
          </a:solidFill>
          <a:ln/>
        </p:spPr>
      </p:sp>
      <p:sp>
        <p:nvSpPr>
          <p:cNvPr id="14" name="Shape 12"/>
          <p:cNvSpPr/>
          <p:nvPr/>
        </p:nvSpPr>
        <p:spPr>
          <a:xfrm>
            <a:off x="6931152" y="1453896"/>
            <a:ext cx="91440" cy="91440"/>
          </a:xfrm>
          <a:prstGeom prst="ellipse">
            <a:avLst/>
          </a:prstGeom>
          <a:solidFill>
            <a:srgbClr val="C49A32">
              <a:alpha val="22000"/>
            </a:srgbClr>
          </a:solidFill>
          <a:ln/>
        </p:spPr>
      </p:sp>
      <p:sp>
        <p:nvSpPr>
          <p:cNvPr id="15" name="Shape 13"/>
          <p:cNvSpPr/>
          <p:nvPr/>
        </p:nvSpPr>
        <p:spPr>
          <a:xfrm>
            <a:off x="6931152" y="2020824"/>
            <a:ext cx="91440" cy="91440"/>
          </a:xfrm>
          <a:prstGeom prst="ellipse">
            <a:avLst/>
          </a:prstGeom>
          <a:solidFill>
            <a:srgbClr val="C49A32">
              <a:alpha val="22000"/>
            </a:srgbClr>
          </a:solidFill>
          <a:ln/>
        </p:spPr>
      </p:sp>
      <p:sp>
        <p:nvSpPr>
          <p:cNvPr id="16" name="Shape 14"/>
          <p:cNvSpPr/>
          <p:nvPr/>
        </p:nvSpPr>
        <p:spPr>
          <a:xfrm>
            <a:off x="6931152" y="2587752"/>
            <a:ext cx="91440" cy="91440"/>
          </a:xfrm>
          <a:prstGeom prst="ellipse">
            <a:avLst/>
          </a:prstGeom>
          <a:solidFill>
            <a:srgbClr val="C49A32">
              <a:alpha val="22000"/>
            </a:srgbClr>
          </a:solidFill>
          <a:ln/>
        </p:spPr>
      </p:sp>
      <p:sp>
        <p:nvSpPr>
          <p:cNvPr id="17" name="Shape 15"/>
          <p:cNvSpPr/>
          <p:nvPr/>
        </p:nvSpPr>
        <p:spPr>
          <a:xfrm>
            <a:off x="6931152" y="3154680"/>
            <a:ext cx="91440" cy="91440"/>
          </a:xfrm>
          <a:prstGeom prst="ellipse">
            <a:avLst/>
          </a:prstGeom>
          <a:solidFill>
            <a:srgbClr val="C49A32">
              <a:alpha val="22000"/>
            </a:srgbClr>
          </a:solidFill>
          <a:ln/>
        </p:spPr>
      </p:sp>
      <p:sp>
        <p:nvSpPr>
          <p:cNvPr id="18" name="Shape 16"/>
          <p:cNvSpPr/>
          <p:nvPr/>
        </p:nvSpPr>
        <p:spPr>
          <a:xfrm>
            <a:off x="6931152" y="3721608"/>
            <a:ext cx="91440" cy="91440"/>
          </a:xfrm>
          <a:prstGeom prst="ellipse">
            <a:avLst/>
          </a:prstGeom>
          <a:solidFill>
            <a:srgbClr val="C49A32">
              <a:alpha val="22000"/>
            </a:srgbClr>
          </a:solidFill>
          <a:ln/>
        </p:spPr>
      </p:sp>
      <p:sp>
        <p:nvSpPr>
          <p:cNvPr id="19" name="Shape 17"/>
          <p:cNvSpPr/>
          <p:nvPr/>
        </p:nvSpPr>
        <p:spPr>
          <a:xfrm>
            <a:off x="6931152" y="4288536"/>
            <a:ext cx="91440" cy="91440"/>
          </a:xfrm>
          <a:prstGeom prst="ellipse">
            <a:avLst/>
          </a:prstGeom>
          <a:solidFill>
            <a:srgbClr val="C49A32">
              <a:alpha val="22000"/>
            </a:srgbClr>
          </a:solidFill>
          <a:ln/>
        </p:spPr>
      </p:sp>
      <p:sp>
        <p:nvSpPr>
          <p:cNvPr id="20" name="Shape 18"/>
          <p:cNvSpPr/>
          <p:nvPr/>
        </p:nvSpPr>
        <p:spPr>
          <a:xfrm>
            <a:off x="6931152" y="4855464"/>
            <a:ext cx="91440" cy="91440"/>
          </a:xfrm>
          <a:prstGeom prst="ellipse">
            <a:avLst/>
          </a:prstGeom>
          <a:solidFill>
            <a:srgbClr val="C49A32">
              <a:alpha val="22000"/>
            </a:srgbClr>
          </a:solidFill>
          <a:ln/>
        </p:spPr>
      </p:sp>
      <p:sp>
        <p:nvSpPr>
          <p:cNvPr id="21" name="Shape 19"/>
          <p:cNvSpPr/>
          <p:nvPr/>
        </p:nvSpPr>
        <p:spPr>
          <a:xfrm>
            <a:off x="6931152" y="5422392"/>
            <a:ext cx="91440" cy="91440"/>
          </a:xfrm>
          <a:prstGeom prst="ellipse">
            <a:avLst/>
          </a:prstGeom>
          <a:solidFill>
            <a:srgbClr val="C49A32">
              <a:alpha val="22000"/>
            </a:srgbClr>
          </a:solidFill>
          <a:ln/>
        </p:spPr>
      </p:sp>
      <p:sp>
        <p:nvSpPr>
          <p:cNvPr id="22" name="Shape 20"/>
          <p:cNvSpPr/>
          <p:nvPr/>
        </p:nvSpPr>
        <p:spPr>
          <a:xfrm>
            <a:off x="7644384" y="320040"/>
            <a:ext cx="91440" cy="91440"/>
          </a:xfrm>
          <a:prstGeom prst="ellipse">
            <a:avLst/>
          </a:prstGeom>
          <a:solidFill>
            <a:srgbClr val="C49A32">
              <a:alpha val="22000"/>
            </a:srgbClr>
          </a:solidFill>
          <a:ln/>
        </p:spPr>
      </p:sp>
      <p:sp>
        <p:nvSpPr>
          <p:cNvPr id="23" name="Shape 21"/>
          <p:cNvSpPr/>
          <p:nvPr/>
        </p:nvSpPr>
        <p:spPr>
          <a:xfrm>
            <a:off x="7644384" y="886968"/>
            <a:ext cx="91440" cy="91440"/>
          </a:xfrm>
          <a:prstGeom prst="ellipse">
            <a:avLst/>
          </a:prstGeom>
          <a:solidFill>
            <a:srgbClr val="C49A32">
              <a:alpha val="22000"/>
            </a:srgbClr>
          </a:solidFill>
          <a:ln/>
        </p:spPr>
      </p:sp>
      <p:sp>
        <p:nvSpPr>
          <p:cNvPr id="24" name="Shape 22"/>
          <p:cNvSpPr/>
          <p:nvPr/>
        </p:nvSpPr>
        <p:spPr>
          <a:xfrm>
            <a:off x="7644384" y="1453896"/>
            <a:ext cx="91440" cy="91440"/>
          </a:xfrm>
          <a:prstGeom prst="ellipse">
            <a:avLst/>
          </a:prstGeom>
          <a:solidFill>
            <a:srgbClr val="C49A32">
              <a:alpha val="22000"/>
            </a:srgbClr>
          </a:solidFill>
          <a:ln/>
        </p:spPr>
      </p:sp>
      <p:sp>
        <p:nvSpPr>
          <p:cNvPr id="25" name="Shape 23"/>
          <p:cNvSpPr/>
          <p:nvPr/>
        </p:nvSpPr>
        <p:spPr>
          <a:xfrm>
            <a:off x="7644384" y="2020824"/>
            <a:ext cx="91440" cy="91440"/>
          </a:xfrm>
          <a:prstGeom prst="ellipse">
            <a:avLst/>
          </a:prstGeom>
          <a:solidFill>
            <a:srgbClr val="C49A32">
              <a:alpha val="22000"/>
            </a:srgbClr>
          </a:solidFill>
          <a:ln/>
        </p:spPr>
      </p:sp>
      <p:sp>
        <p:nvSpPr>
          <p:cNvPr id="26" name="Shape 24"/>
          <p:cNvSpPr/>
          <p:nvPr/>
        </p:nvSpPr>
        <p:spPr>
          <a:xfrm>
            <a:off x="7644384" y="2587752"/>
            <a:ext cx="91440" cy="91440"/>
          </a:xfrm>
          <a:prstGeom prst="ellipse">
            <a:avLst/>
          </a:prstGeom>
          <a:solidFill>
            <a:srgbClr val="C49A32">
              <a:alpha val="22000"/>
            </a:srgbClr>
          </a:solidFill>
          <a:ln/>
        </p:spPr>
      </p:sp>
      <p:sp>
        <p:nvSpPr>
          <p:cNvPr id="27" name="Shape 25"/>
          <p:cNvSpPr/>
          <p:nvPr/>
        </p:nvSpPr>
        <p:spPr>
          <a:xfrm>
            <a:off x="7644384" y="3154680"/>
            <a:ext cx="91440" cy="91440"/>
          </a:xfrm>
          <a:prstGeom prst="ellipse">
            <a:avLst/>
          </a:prstGeom>
          <a:solidFill>
            <a:srgbClr val="C49A32">
              <a:alpha val="22000"/>
            </a:srgbClr>
          </a:solidFill>
          <a:ln/>
        </p:spPr>
      </p:sp>
      <p:sp>
        <p:nvSpPr>
          <p:cNvPr id="28" name="Shape 26"/>
          <p:cNvSpPr/>
          <p:nvPr/>
        </p:nvSpPr>
        <p:spPr>
          <a:xfrm>
            <a:off x="7644384" y="3721608"/>
            <a:ext cx="91440" cy="91440"/>
          </a:xfrm>
          <a:prstGeom prst="ellipse">
            <a:avLst/>
          </a:prstGeom>
          <a:solidFill>
            <a:srgbClr val="C49A32">
              <a:alpha val="22000"/>
            </a:srgbClr>
          </a:solidFill>
          <a:ln/>
        </p:spPr>
      </p:sp>
      <p:sp>
        <p:nvSpPr>
          <p:cNvPr id="29" name="Shape 27"/>
          <p:cNvSpPr/>
          <p:nvPr/>
        </p:nvSpPr>
        <p:spPr>
          <a:xfrm>
            <a:off x="7644384" y="4288536"/>
            <a:ext cx="91440" cy="91440"/>
          </a:xfrm>
          <a:prstGeom prst="ellipse">
            <a:avLst/>
          </a:prstGeom>
          <a:solidFill>
            <a:srgbClr val="C49A32">
              <a:alpha val="22000"/>
            </a:srgbClr>
          </a:solidFill>
          <a:ln/>
        </p:spPr>
      </p:sp>
      <p:sp>
        <p:nvSpPr>
          <p:cNvPr id="30" name="Shape 28"/>
          <p:cNvSpPr/>
          <p:nvPr/>
        </p:nvSpPr>
        <p:spPr>
          <a:xfrm>
            <a:off x="7644384" y="4855464"/>
            <a:ext cx="91440" cy="91440"/>
          </a:xfrm>
          <a:prstGeom prst="ellipse">
            <a:avLst/>
          </a:prstGeom>
          <a:solidFill>
            <a:srgbClr val="C49A32">
              <a:alpha val="22000"/>
            </a:srgbClr>
          </a:solidFill>
          <a:ln/>
        </p:spPr>
      </p:sp>
      <p:sp>
        <p:nvSpPr>
          <p:cNvPr id="31" name="Shape 29"/>
          <p:cNvSpPr/>
          <p:nvPr/>
        </p:nvSpPr>
        <p:spPr>
          <a:xfrm>
            <a:off x="7644384" y="5422392"/>
            <a:ext cx="91440" cy="91440"/>
          </a:xfrm>
          <a:prstGeom prst="ellipse">
            <a:avLst/>
          </a:prstGeom>
          <a:solidFill>
            <a:srgbClr val="C49A32">
              <a:alpha val="22000"/>
            </a:srgbClr>
          </a:solidFill>
          <a:ln/>
        </p:spPr>
      </p:sp>
      <p:sp>
        <p:nvSpPr>
          <p:cNvPr id="32" name="Shape 30"/>
          <p:cNvSpPr/>
          <p:nvPr/>
        </p:nvSpPr>
        <p:spPr>
          <a:xfrm>
            <a:off x="8357616" y="320040"/>
            <a:ext cx="91440" cy="91440"/>
          </a:xfrm>
          <a:prstGeom prst="ellipse">
            <a:avLst/>
          </a:prstGeom>
          <a:solidFill>
            <a:srgbClr val="C49A32">
              <a:alpha val="22000"/>
            </a:srgbClr>
          </a:solidFill>
          <a:ln/>
        </p:spPr>
      </p:sp>
      <p:sp>
        <p:nvSpPr>
          <p:cNvPr id="33" name="Shape 31"/>
          <p:cNvSpPr/>
          <p:nvPr/>
        </p:nvSpPr>
        <p:spPr>
          <a:xfrm>
            <a:off x="8357616" y="886968"/>
            <a:ext cx="91440" cy="91440"/>
          </a:xfrm>
          <a:prstGeom prst="ellipse">
            <a:avLst/>
          </a:prstGeom>
          <a:solidFill>
            <a:srgbClr val="C49A32">
              <a:alpha val="22000"/>
            </a:srgbClr>
          </a:solidFill>
          <a:ln/>
        </p:spPr>
      </p:sp>
      <p:sp>
        <p:nvSpPr>
          <p:cNvPr id="34" name="Shape 32"/>
          <p:cNvSpPr/>
          <p:nvPr/>
        </p:nvSpPr>
        <p:spPr>
          <a:xfrm>
            <a:off x="8357616" y="1453896"/>
            <a:ext cx="91440" cy="91440"/>
          </a:xfrm>
          <a:prstGeom prst="ellipse">
            <a:avLst/>
          </a:prstGeom>
          <a:solidFill>
            <a:srgbClr val="C49A32">
              <a:alpha val="22000"/>
            </a:srgbClr>
          </a:solidFill>
          <a:ln/>
        </p:spPr>
      </p:sp>
      <p:sp>
        <p:nvSpPr>
          <p:cNvPr id="35" name="Shape 33"/>
          <p:cNvSpPr/>
          <p:nvPr/>
        </p:nvSpPr>
        <p:spPr>
          <a:xfrm>
            <a:off x="8357616" y="2020824"/>
            <a:ext cx="91440" cy="91440"/>
          </a:xfrm>
          <a:prstGeom prst="ellipse">
            <a:avLst/>
          </a:prstGeom>
          <a:solidFill>
            <a:srgbClr val="C49A32">
              <a:alpha val="22000"/>
            </a:srgbClr>
          </a:solidFill>
          <a:ln/>
        </p:spPr>
      </p:sp>
      <p:sp>
        <p:nvSpPr>
          <p:cNvPr id="36" name="Shape 34"/>
          <p:cNvSpPr/>
          <p:nvPr/>
        </p:nvSpPr>
        <p:spPr>
          <a:xfrm>
            <a:off x="8357616" y="2587752"/>
            <a:ext cx="91440" cy="91440"/>
          </a:xfrm>
          <a:prstGeom prst="ellipse">
            <a:avLst/>
          </a:prstGeom>
          <a:solidFill>
            <a:srgbClr val="C49A32">
              <a:alpha val="22000"/>
            </a:srgbClr>
          </a:solidFill>
          <a:ln/>
        </p:spPr>
      </p:sp>
      <p:sp>
        <p:nvSpPr>
          <p:cNvPr id="37" name="Shape 35"/>
          <p:cNvSpPr/>
          <p:nvPr/>
        </p:nvSpPr>
        <p:spPr>
          <a:xfrm>
            <a:off x="8357616" y="3154680"/>
            <a:ext cx="91440" cy="91440"/>
          </a:xfrm>
          <a:prstGeom prst="ellipse">
            <a:avLst/>
          </a:prstGeom>
          <a:solidFill>
            <a:srgbClr val="C49A32">
              <a:alpha val="22000"/>
            </a:srgbClr>
          </a:solidFill>
          <a:ln/>
        </p:spPr>
      </p:sp>
      <p:sp>
        <p:nvSpPr>
          <p:cNvPr id="38" name="Shape 36"/>
          <p:cNvSpPr/>
          <p:nvPr/>
        </p:nvSpPr>
        <p:spPr>
          <a:xfrm>
            <a:off x="8357616" y="3721608"/>
            <a:ext cx="91440" cy="91440"/>
          </a:xfrm>
          <a:prstGeom prst="ellipse">
            <a:avLst/>
          </a:prstGeom>
          <a:solidFill>
            <a:srgbClr val="C49A32">
              <a:alpha val="22000"/>
            </a:srgbClr>
          </a:solidFill>
          <a:ln/>
        </p:spPr>
      </p:sp>
      <p:sp>
        <p:nvSpPr>
          <p:cNvPr id="39" name="Shape 37"/>
          <p:cNvSpPr/>
          <p:nvPr/>
        </p:nvSpPr>
        <p:spPr>
          <a:xfrm>
            <a:off x="8357616" y="4288536"/>
            <a:ext cx="91440" cy="91440"/>
          </a:xfrm>
          <a:prstGeom prst="ellipse">
            <a:avLst/>
          </a:prstGeom>
          <a:solidFill>
            <a:srgbClr val="C49A32">
              <a:alpha val="22000"/>
            </a:srgbClr>
          </a:solidFill>
          <a:ln/>
        </p:spPr>
      </p:sp>
      <p:sp>
        <p:nvSpPr>
          <p:cNvPr id="40" name="Shape 38"/>
          <p:cNvSpPr/>
          <p:nvPr/>
        </p:nvSpPr>
        <p:spPr>
          <a:xfrm>
            <a:off x="8357616" y="4855464"/>
            <a:ext cx="91440" cy="91440"/>
          </a:xfrm>
          <a:prstGeom prst="ellipse">
            <a:avLst/>
          </a:prstGeom>
          <a:solidFill>
            <a:srgbClr val="C49A32">
              <a:alpha val="22000"/>
            </a:srgbClr>
          </a:solidFill>
          <a:ln/>
        </p:spPr>
      </p:sp>
      <p:sp>
        <p:nvSpPr>
          <p:cNvPr id="41" name="Shape 39"/>
          <p:cNvSpPr/>
          <p:nvPr/>
        </p:nvSpPr>
        <p:spPr>
          <a:xfrm>
            <a:off x="8357616" y="5422392"/>
            <a:ext cx="91440" cy="91440"/>
          </a:xfrm>
          <a:prstGeom prst="ellipse">
            <a:avLst/>
          </a:prstGeom>
          <a:solidFill>
            <a:srgbClr val="C49A32">
              <a:alpha val="22000"/>
            </a:srgbClr>
          </a:solidFill>
          <a:ln/>
        </p:spPr>
      </p:sp>
      <p:sp>
        <p:nvSpPr>
          <p:cNvPr id="42" name="Shape 40"/>
          <p:cNvSpPr/>
          <p:nvPr/>
        </p:nvSpPr>
        <p:spPr>
          <a:xfrm>
            <a:off x="9070848" y="320040"/>
            <a:ext cx="91440" cy="91440"/>
          </a:xfrm>
          <a:prstGeom prst="ellipse">
            <a:avLst/>
          </a:prstGeom>
          <a:solidFill>
            <a:srgbClr val="C49A32">
              <a:alpha val="22000"/>
            </a:srgbClr>
          </a:solidFill>
          <a:ln/>
        </p:spPr>
      </p:sp>
      <p:sp>
        <p:nvSpPr>
          <p:cNvPr id="43" name="Shape 41"/>
          <p:cNvSpPr/>
          <p:nvPr/>
        </p:nvSpPr>
        <p:spPr>
          <a:xfrm>
            <a:off x="9070848" y="886968"/>
            <a:ext cx="91440" cy="91440"/>
          </a:xfrm>
          <a:prstGeom prst="ellipse">
            <a:avLst/>
          </a:prstGeom>
          <a:solidFill>
            <a:srgbClr val="C49A32">
              <a:alpha val="22000"/>
            </a:srgbClr>
          </a:solidFill>
          <a:ln/>
        </p:spPr>
      </p:sp>
      <p:sp>
        <p:nvSpPr>
          <p:cNvPr id="44" name="Shape 42"/>
          <p:cNvSpPr/>
          <p:nvPr/>
        </p:nvSpPr>
        <p:spPr>
          <a:xfrm>
            <a:off x="9070848" y="1453896"/>
            <a:ext cx="91440" cy="91440"/>
          </a:xfrm>
          <a:prstGeom prst="ellipse">
            <a:avLst/>
          </a:prstGeom>
          <a:solidFill>
            <a:srgbClr val="C49A32">
              <a:alpha val="22000"/>
            </a:srgbClr>
          </a:solidFill>
          <a:ln/>
        </p:spPr>
      </p:sp>
      <p:sp>
        <p:nvSpPr>
          <p:cNvPr id="45" name="Shape 43"/>
          <p:cNvSpPr/>
          <p:nvPr/>
        </p:nvSpPr>
        <p:spPr>
          <a:xfrm>
            <a:off x="9070848" y="2020824"/>
            <a:ext cx="91440" cy="91440"/>
          </a:xfrm>
          <a:prstGeom prst="ellipse">
            <a:avLst/>
          </a:prstGeom>
          <a:solidFill>
            <a:srgbClr val="C49A32">
              <a:alpha val="22000"/>
            </a:srgbClr>
          </a:solidFill>
          <a:ln/>
        </p:spPr>
      </p:sp>
      <p:sp>
        <p:nvSpPr>
          <p:cNvPr id="46" name="Shape 44"/>
          <p:cNvSpPr/>
          <p:nvPr/>
        </p:nvSpPr>
        <p:spPr>
          <a:xfrm>
            <a:off x="9070848" y="2587752"/>
            <a:ext cx="91440" cy="91440"/>
          </a:xfrm>
          <a:prstGeom prst="ellipse">
            <a:avLst/>
          </a:prstGeom>
          <a:solidFill>
            <a:srgbClr val="C49A32">
              <a:alpha val="22000"/>
            </a:srgbClr>
          </a:solidFill>
          <a:ln/>
        </p:spPr>
      </p:sp>
      <p:sp>
        <p:nvSpPr>
          <p:cNvPr id="47" name="Shape 45"/>
          <p:cNvSpPr/>
          <p:nvPr/>
        </p:nvSpPr>
        <p:spPr>
          <a:xfrm>
            <a:off x="9070848" y="3154680"/>
            <a:ext cx="91440" cy="91440"/>
          </a:xfrm>
          <a:prstGeom prst="ellipse">
            <a:avLst/>
          </a:prstGeom>
          <a:solidFill>
            <a:srgbClr val="C49A32">
              <a:alpha val="22000"/>
            </a:srgbClr>
          </a:solidFill>
          <a:ln/>
        </p:spPr>
      </p:sp>
      <p:sp>
        <p:nvSpPr>
          <p:cNvPr id="48" name="Shape 46"/>
          <p:cNvSpPr/>
          <p:nvPr/>
        </p:nvSpPr>
        <p:spPr>
          <a:xfrm>
            <a:off x="9070848" y="3721608"/>
            <a:ext cx="91440" cy="91440"/>
          </a:xfrm>
          <a:prstGeom prst="ellipse">
            <a:avLst/>
          </a:prstGeom>
          <a:solidFill>
            <a:srgbClr val="C49A32">
              <a:alpha val="22000"/>
            </a:srgbClr>
          </a:solidFill>
          <a:ln/>
        </p:spPr>
      </p:sp>
      <p:sp>
        <p:nvSpPr>
          <p:cNvPr id="49" name="Shape 47"/>
          <p:cNvSpPr/>
          <p:nvPr/>
        </p:nvSpPr>
        <p:spPr>
          <a:xfrm>
            <a:off x="9070848" y="4288536"/>
            <a:ext cx="91440" cy="91440"/>
          </a:xfrm>
          <a:prstGeom prst="ellipse">
            <a:avLst/>
          </a:prstGeom>
          <a:solidFill>
            <a:srgbClr val="C49A32">
              <a:alpha val="22000"/>
            </a:srgbClr>
          </a:solidFill>
          <a:ln/>
        </p:spPr>
      </p:sp>
      <p:sp>
        <p:nvSpPr>
          <p:cNvPr id="50" name="Shape 48"/>
          <p:cNvSpPr/>
          <p:nvPr/>
        </p:nvSpPr>
        <p:spPr>
          <a:xfrm>
            <a:off x="9070848" y="4855464"/>
            <a:ext cx="91440" cy="91440"/>
          </a:xfrm>
          <a:prstGeom prst="ellipse">
            <a:avLst/>
          </a:prstGeom>
          <a:solidFill>
            <a:srgbClr val="C49A32">
              <a:alpha val="22000"/>
            </a:srgbClr>
          </a:solidFill>
          <a:ln/>
        </p:spPr>
      </p:sp>
      <p:sp>
        <p:nvSpPr>
          <p:cNvPr id="51" name="Shape 49"/>
          <p:cNvSpPr/>
          <p:nvPr/>
        </p:nvSpPr>
        <p:spPr>
          <a:xfrm>
            <a:off x="9070848" y="5422392"/>
            <a:ext cx="91440" cy="91440"/>
          </a:xfrm>
          <a:prstGeom prst="ellipse">
            <a:avLst/>
          </a:prstGeom>
          <a:solidFill>
            <a:srgbClr val="C49A32">
              <a:alpha val="22000"/>
            </a:srgbClr>
          </a:solidFill>
          <a:ln/>
        </p:spPr>
      </p:sp>
      <p:sp>
        <p:nvSpPr>
          <p:cNvPr id="52" name="Shape 50"/>
          <p:cNvSpPr/>
          <p:nvPr/>
        </p:nvSpPr>
        <p:spPr>
          <a:xfrm>
            <a:off x="9784080" y="320040"/>
            <a:ext cx="91440" cy="91440"/>
          </a:xfrm>
          <a:prstGeom prst="ellipse">
            <a:avLst/>
          </a:prstGeom>
          <a:solidFill>
            <a:srgbClr val="C49A32">
              <a:alpha val="22000"/>
            </a:srgbClr>
          </a:solidFill>
          <a:ln/>
        </p:spPr>
      </p:sp>
      <p:sp>
        <p:nvSpPr>
          <p:cNvPr id="53" name="Shape 51"/>
          <p:cNvSpPr/>
          <p:nvPr/>
        </p:nvSpPr>
        <p:spPr>
          <a:xfrm>
            <a:off x="9784080" y="886968"/>
            <a:ext cx="91440" cy="91440"/>
          </a:xfrm>
          <a:prstGeom prst="ellipse">
            <a:avLst/>
          </a:prstGeom>
          <a:solidFill>
            <a:srgbClr val="C49A32">
              <a:alpha val="22000"/>
            </a:srgbClr>
          </a:solidFill>
          <a:ln/>
        </p:spPr>
      </p:sp>
      <p:sp>
        <p:nvSpPr>
          <p:cNvPr id="54" name="Shape 52"/>
          <p:cNvSpPr/>
          <p:nvPr/>
        </p:nvSpPr>
        <p:spPr>
          <a:xfrm>
            <a:off x="9784080" y="1453896"/>
            <a:ext cx="91440" cy="91440"/>
          </a:xfrm>
          <a:prstGeom prst="ellipse">
            <a:avLst/>
          </a:prstGeom>
          <a:solidFill>
            <a:srgbClr val="C49A32">
              <a:alpha val="22000"/>
            </a:srgbClr>
          </a:solidFill>
          <a:ln/>
        </p:spPr>
      </p:sp>
      <p:sp>
        <p:nvSpPr>
          <p:cNvPr id="55" name="Shape 53"/>
          <p:cNvSpPr/>
          <p:nvPr/>
        </p:nvSpPr>
        <p:spPr>
          <a:xfrm>
            <a:off x="9784080" y="2020824"/>
            <a:ext cx="91440" cy="91440"/>
          </a:xfrm>
          <a:prstGeom prst="ellipse">
            <a:avLst/>
          </a:prstGeom>
          <a:solidFill>
            <a:srgbClr val="C49A32">
              <a:alpha val="22000"/>
            </a:srgbClr>
          </a:solidFill>
          <a:ln/>
        </p:spPr>
      </p:sp>
      <p:sp>
        <p:nvSpPr>
          <p:cNvPr id="56" name="Shape 54"/>
          <p:cNvSpPr/>
          <p:nvPr/>
        </p:nvSpPr>
        <p:spPr>
          <a:xfrm>
            <a:off x="9784080" y="2587752"/>
            <a:ext cx="91440" cy="91440"/>
          </a:xfrm>
          <a:prstGeom prst="ellipse">
            <a:avLst/>
          </a:prstGeom>
          <a:solidFill>
            <a:srgbClr val="C49A32">
              <a:alpha val="22000"/>
            </a:srgbClr>
          </a:solidFill>
          <a:ln/>
        </p:spPr>
      </p:sp>
      <p:sp>
        <p:nvSpPr>
          <p:cNvPr id="57" name="Shape 55"/>
          <p:cNvSpPr/>
          <p:nvPr/>
        </p:nvSpPr>
        <p:spPr>
          <a:xfrm>
            <a:off x="9784080" y="3154680"/>
            <a:ext cx="91440" cy="91440"/>
          </a:xfrm>
          <a:prstGeom prst="ellipse">
            <a:avLst/>
          </a:prstGeom>
          <a:solidFill>
            <a:srgbClr val="C49A32">
              <a:alpha val="22000"/>
            </a:srgbClr>
          </a:solidFill>
          <a:ln/>
        </p:spPr>
      </p:sp>
      <p:sp>
        <p:nvSpPr>
          <p:cNvPr id="58" name="Shape 56"/>
          <p:cNvSpPr/>
          <p:nvPr/>
        </p:nvSpPr>
        <p:spPr>
          <a:xfrm>
            <a:off x="9784080" y="3721608"/>
            <a:ext cx="91440" cy="91440"/>
          </a:xfrm>
          <a:prstGeom prst="ellipse">
            <a:avLst/>
          </a:prstGeom>
          <a:solidFill>
            <a:srgbClr val="C49A32">
              <a:alpha val="22000"/>
            </a:srgbClr>
          </a:solidFill>
          <a:ln/>
        </p:spPr>
      </p:sp>
      <p:sp>
        <p:nvSpPr>
          <p:cNvPr id="59" name="Shape 57"/>
          <p:cNvSpPr/>
          <p:nvPr/>
        </p:nvSpPr>
        <p:spPr>
          <a:xfrm>
            <a:off x="9784080" y="4288536"/>
            <a:ext cx="91440" cy="91440"/>
          </a:xfrm>
          <a:prstGeom prst="ellipse">
            <a:avLst/>
          </a:prstGeom>
          <a:solidFill>
            <a:srgbClr val="C49A32">
              <a:alpha val="22000"/>
            </a:srgbClr>
          </a:solidFill>
          <a:ln/>
        </p:spPr>
      </p:sp>
      <p:sp>
        <p:nvSpPr>
          <p:cNvPr id="60" name="Shape 58"/>
          <p:cNvSpPr/>
          <p:nvPr/>
        </p:nvSpPr>
        <p:spPr>
          <a:xfrm>
            <a:off x="9784080" y="4855464"/>
            <a:ext cx="91440" cy="91440"/>
          </a:xfrm>
          <a:prstGeom prst="ellipse">
            <a:avLst/>
          </a:prstGeom>
          <a:solidFill>
            <a:srgbClr val="C49A32">
              <a:alpha val="22000"/>
            </a:srgbClr>
          </a:solidFill>
          <a:ln/>
        </p:spPr>
      </p:sp>
      <p:sp>
        <p:nvSpPr>
          <p:cNvPr id="61" name="Shape 59"/>
          <p:cNvSpPr/>
          <p:nvPr/>
        </p:nvSpPr>
        <p:spPr>
          <a:xfrm>
            <a:off x="9784080" y="5422392"/>
            <a:ext cx="91440" cy="91440"/>
          </a:xfrm>
          <a:prstGeom prst="ellipse">
            <a:avLst/>
          </a:prstGeom>
          <a:solidFill>
            <a:srgbClr val="C49A32">
              <a:alpha val="22000"/>
            </a:srgbClr>
          </a:solidFill>
          <a:ln/>
        </p:spPr>
      </p:sp>
      <p:sp>
        <p:nvSpPr>
          <p:cNvPr id="62" name="Shape 60"/>
          <p:cNvSpPr/>
          <p:nvPr/>
        </p:nvSpPr>
        <p:spPr>
          <a:xfrm>
            <a:off x="10497312" y="320040"/>
            <a:ext cx="91440" cy="91440"/>
          </a:xfrm>
          <a:prstGeom prst="ellipse">
            <a:avLst/>
          </a:prstGeom>
          <a:solidFill>
            <a:srgbClr val="C49A32">
              <a:alpha val="22000"/>
            </a:srgbClr>
          </a:solidFill>
          <a:ln/>
        </p:spPr>
      </p:sp>
      <p:sp>
        <p:nvSpPr>
          <p:cNvPr id="63" name="Shape 61"/>
          <p:cNvSpPr/>
          <p:nvPr/>
        </p:nvSpPr>
        <p:spPr>
          <a:xfrm>
            <a:off x="10497312" y="886968"/>
            <a:ext cx="91440" cy="91440"/>
          </a:xfrm>
          <a:prstGeom prst="ellipse">
            <a:avLst/>
          </a:prstGeom>
          <a:solidFill>
            <a:srgbClr val="C49A32">
              <a:alpha val="22000"/>
            </a:srgbClr>
          </a:solidFill>
          <a:ln/>
        </p:spPr>
      </p:sp>
      <p:sp>
        <p:nvSpPr>
          <p:cNvPr id="64" name="Shape 62"/>
          <p:cNvSpPr/>
          <p:nvPr/>
        </p:nvSpPr>
        <p:spPr>
          <a:xfrm>
            <a:off x="10497312" y="1453896"/>
            <a:ext cx="91440" cy="91440"/>
          </a:xfrm>
          <a:prstGeom prst="ellipse">
            <a:avLst/>
          </a:prstGeom>
          <a:solidFill>
            <a:srgbClr val="C49A32">
              <a:alpha val="22000"/>
            </a:srgbClr>
          </a:solidFill>
          <a:ln/>
        </p:spPr>
      </p:sp>
      <p:sp>
        <p:nvSpPr>
          <p:cNvPr id="65" name="Shape 63"/>
          <p:cNvSpPr/>
          <p:nvPr/>
        </p:nvSpPr>
        <p:spPr>
          <a:xfrm>
            <a:off x="10497312" y="2020824"/>
            <a:ext cx="91440" cy="91440"/>
          </a:xfrm>
          <a:prstGeom prst="ellipse">
            <a:avLst/>
          </a:prstGeom>
          <a:solidFill>
            <a:srgbClr val="C49A32">
              <a:alpha val="22000"/>
            </a:srgbClr>
          </a:solidFill>
          <a:ln/>
        </p:spPr>
      </p:sp>
      <p:sp>
        <p:nvSpPr>
          <p:cNvPr id="66" name="Shape 64"/>
          <p:cNvSpPr/>
          <p:nvPr/>
        </p:nvSpPr>
        <p:spPr>
          <a:xfrm>
            <a:off x="10497312" y="2587752"/>
            <a:ext cx="91440" cy="91440"/>
          </a:xfrm>
          <a:prstGeom prst="ellipse">
            <a:avLst/>
          </a:prstGeom>
          <a:solidFill>
            <a:srgbClr val="C49A32">
              <a:alpha val="22000"/>
            </a:srgbClr>
          </a:solidFill>
          <a:ln/>
        </p:spPr>
      </p:sp>
      <p:sp>
        <p:nvSpPr>
          <p:cNvPr id="67" name="Shape 65"/>
          <p:cNvSpPr/>
          <p:nvPr/>
        </p:nvSpPr>
        <p:spPr>
          <a:xfrm>
            <a:off x="10497312" y="3154680"/>
            <a:ext cx="91440" cy="91440"/>
          </a:xfrm>
          <a:prstGeom prst="ellipse">
            <a:avLst/>
          </a:prstGeom>
          <a:solidFill>
            <a:srgbClr val="C49A32">
              <a:alpha val="22000"/>
            </a:srgbClr>
          </a:solidFill>
          <a:ln/>
        </p:spPr>
      </p:sp>
      <p:sp>
        <p:nvSpPr>
          <p:cNvPr id="68" name="Shape 66"/>
          <p:cNvSpPr/>
          <p:nvPr/>
        </p:nvSpPr>
        <p:spPr>
          <a:xfrm>
            <a:off x="10497312" y="3721608"/>
            <a:ext cx="91440" cy="91440"/>
          </a:xfrm>
          <a:prstGeom prst="ellipse">
            <a:avLst/>
          </a:prstGeom>
          <a:solidFill>
            <a:srgbClr val="C49A32">
              <a:alpha val="22000"/>
            </a:srgbClr>
          </a:solidFill>
          <a:ln/>
        </p:spPr>
      </p:sp>
      <p:sp>
        <p:nvSpPr>
          <p:cNvPr id="69" name="Shape 67"/>
          <p:cNvSpPr/>
          <p:nvPr/>
        </p:nvSpPr>
        <p:spPr>
          <a:xfrm>
            <a:off x="10497312" y="4288536"/>
            <a:ext cx="91440" cy="91440"/>
          </a:xfrm>
          <a:prstGeom prst="ellipse">
            <a:avLst/>
          </a:prstGeom>
          <a:solidFill>
            <a:srgbClr val="C49A32">
              <a:alpha val="22000"/>
            </a:srgbClr>
          </a:solidFill>
          <a:ln/>
        </p:spPr>
      </p:sp>
      <p:sp>
        <p:nvSpPr>
          <p:cNvPr id="70" name="Shape 68"/>
          <p:cNvSpPr/>
          <p:nvPr/>
        </p:nvSpPr>
        <p:spPr>
          <a:xfrm>
            <a:off x="10497312" y="4855464"/>
            <a:ext cx="91440" cy="91440"/>
          </a:xfrm>
          <a:prstGeom prst="ellipse">
            <a:avLst/>
          </a:prstGeom>
          <a:solidFill>
            <a:srgbClr val="C49A32">
              <a:alpha val="22000"/>
            </a:srgbClr>
          </a:solidFill>
          <a:ln/>
        </p:spPr>
      </p:sp>
      <p:sp>
        <p:nvSpPr>
          <p:cNvPr id="71" name="Shape 69"/>
          <p:cNvSpPr/>
          <p:nvPr/>
        </p:nvSpPr>
        <p:spPr>
          <a:xfrm>
            <a:off x="10497312" y="5422392"/>
            <a:ext cx="91440" cy="91440"/>
          </a:xfrm>
          <a:prstGeom prst="ellipse">
            <a:avLst/>
          </a:prstGeom>
          <a:solidFill>
            <a:srgbClr val="C49A32">
              <a:alpha val="22000"/>
            </a:srgbClr>
          </a:solidFill>
          <a:ln/>
        </p:spPr>
      </p:sp>
      <p:sp>
        <p:nvSpPr>
          <p:cNvPr id="72" name="Shape 70"/>
          <p:cNvSpPr/>
          <p:nvPr/>
        </p:nvSpPr>
        <p:spPr>
          <a:xfrm>
            <a:off x="11210544" y="320040"/>
            <a:ext cx="91440" cy="91440"/>
          </a:xfrm>
          <a:prstGeom prst="ellipse">
            <a:avLst/>
          </a:prstGeom>
          <a:solidFill>
            <a:srgbClr val="C49A32">
              <a:alpha val="22000"/>
            </a:srgbClr>
          </a:solidFill>
          <a:ln/>
        </p:spPr>
      </p:sp>
      <p:sp>
        <p:nvSpPr>
          <p:cNvPr id="73" name="Shape 71"/>
          <p:cNvSpPr/>
          <p:nvPr/>
        </p:nvSpPr>
        <p:spPr>
          <a:xfrm>
            <a:off x="11210544" y="886968"/>
            <a:ext cx="91440" cy="91440"/>
          </a:xfrm>
          <a:prstGeom prst="ellipse">
            <a:avLst/>
          </a:prstGeom>
          <a:solidFill>
            <a:srgbClr val="C49A32">
              <a:alpha val="22000"/>
            </a:srgbClr>
          </a:solidFill>
          <a:ln/>
        </p:spPr>
      </p:sp>
      <p:sp>
        <p:nvSpPr>
          <p:cNvPr id="74" name="Shape 72"/>
          <p:cNvSpPr/>
          <p:nvPr/>
        </p:nvSpPr>
        <p:spPr>
          <a:xfrm>
            <a:off x="11210544" y="1453896"/>
            <a:ext cx="91440" cy="91440"/>
          </a:xfrm>
          <a:prstGeom prst="ellipse">
            <a:avLst/>
          </a:prstGeom>
          <a:solidFill>
            <a:srgbClr val="C49A32">
              <a:alpha val="22000"/>
            </a:srgbClr>
          </a:solidFill>
          <a:ln/>
        </p:spPr>
      </p:sp>
      <p:sp>
        <p:nvSpPr>
          <p:cNvPr id="75" name="Shape 73"/>
          <p:cNvSpPr/>
          <p:nvPr/>
        </p:nvSpPr>
        <p:spPr>
          <a:xfrm>
            <a:off x="11210544" y="2020824"/>
            <a:ext cx="91440" cy="91440"/>
          </a:xfrm>
          <a:prstGeom prst="ellipse">
            <a:avLst/>
          </a:prstGeom>
          <a:solidFill>
            <a:srgbClr val="C49A32">
              <a:alpha val="22000"/>
            </a:srgbClr>
          </a:solidFill>
          <a:ln/>
        </p:spPr>
      </p:sp>
      <p:sp>
        <p:nvSpPr>
          <p:cNvPr id="76" name="Shape 74"/>
          <p:cNvSpPr/>
          <p:nvPr/>
        </p:nvSpPr>
        <p:spPr>
          <a:xfrm>
            <a:off x="11210544" y="2587752"/>
            <a:ext cx="91440" cy="91440"/>
          </a:xfrm>
          <a:prstGeom prst="ellipse">
            <a:avLst/>
          </a:prstGeom>
          <a:solidFill>
            <a:srgbClr val="C49A32">
              <a:alpha val="22000"/>
            </a:srgbClr>
          </a:solidFill>
          <a:ln/>
        </p:spPr>
      </p:sp>
      <p:sp>
        <p:nvSpPr>
          <p:cNvPr id="77" name="Shape 75"/>
          <p:cNvSpPr/>
          <p:nvPr/>
        </p:nvSpPr>
        <p:spPr>
          <a:xfrm>
            <a:off x="11210544" y="3154680"/>
            <a:ext cx="91440" cy="91440"/>
          </a:xfrm>
          <a:prstGeom prst="ellipse">
            <a:avLst/>
          </a:prstGeom>
          <a:solidFill>
            <a:srgbClr val="C49A32">
              <a:alpha val="22000"/>
            </a:srgbClr>
          </a:solidFill>
          <a:ln/>
        </p:spPr>
      </p:sp>
      <p:sp>
        <p:nvSpPr>
          <p:cNvPr id="78" name="Shape 76"/>
          <p:cNvSpPr/>
          <p:nvPr/>
        </p:nvSpPr>
        <p:spPr>
          <a:xfrm>
            <a:off x="11210544" y="3721608"/>
            <a:ext cx="91440" cy="91440"/>
          </a:xfrm>
          <a:prstGeom prst="ellipse">
            <a:avLst/>
          </a:prstGeom>
          <a:solidFill>
            <a:srgbClr val="C49A32">
              <a:alpha val="22000"/>
            </a:srgbClr>
          </a:solidFill>
          <a:ln/>
        </p:spPr>
      </p:sp>
      <p:sp>
        <p:nvSpPr>
          <p:cNvPr id="79" name="Shape 77"/>
          <p:cNvSpPr/>
          <p:nvPr/>
        </p:nvSpPr>
        <p:spPr>
          <a:xfrm>
            <a:off x="11210544" y="4288536"/>
            <a:ext cx="91440" cy="91440"/>
          </a:xfrm>
          <a:prstGeom prst="ellipse">
            <a:avLst/>
          </a:prstGeom>
          <a:solidFill>
            <a:srgbClr val="C49A32">
              <a:alpha val="22000"/>
            </a:srgbClr>
          </a:solidFill>
          <a:ln/>
        </p:spPr>
      </p:sp>
      <p:sp>
        <p:nvSpPr>
          <p:cNvPr id="80" name="Shape 78"/>
          <p:cNvSpPr/>
          <p:nvPr/>
        </p:nvSpPr>
        <p:spPr>
          <a:xfrm>
            <a:off x="11210544" y="4855464"/>
            <a:ext cx="91440" cy="91440"/>
          </a:xfrm>
          <a:prstGeom prst="ellipse">
            <a:avLst/>
          </a:prstGeom>
          <a:solidFill>
            <a:srgbClr val="C49A32">
              <a:alpha val="22000"/>
            </a:srgbClr>
          </a:solidFill>
          <a:ln/>
        </p:spPr>
      </p:sp>
      <p:sp>
        <p:nvSpPr>
          <p:cNvPr id="81" name="Shape 79"/>
          <p:cNvSpPr/>
          <p:nvPr/>
        </p:nvSpPr>
        <p:spPr>
          <a:xfrm>
            <a:off x="11210544" y="5422392"/>
            <a:ext cx="91440" cy="91440"/>
          </a:xfrm>
          <a:prstGeom prst="ellipse">
            <a:avLst/>
          </a:prstGeom>
          <a:solidFill>
            <a:srgbClr val="C49A32">
              <a:alpha val="22000"/>
            </a:srgbClr>
          </a:solidFill>
          <a:ln/>
        </p:spPr>
      </p:sp>
      <p:sp>
        <p:nvSpPr>
          <p:cNvPr id="82" name="Shape 80"/>
          <p:cNvSpPr/>
          <p:nvPr/>
        </p:nvSpPr>
        <p:spPr>
          <a:xfrm rot="-1320000">
            <a:off x="457200" y="502920"/>
            <a:ext cx="118872" cy="1554480"/>
          </a:xfrm>
          <a:prstGeom prst="rect">
            <a:avLst/>
          </a:prstGeom>
          <a:solidFill>
            <a:srgbClr val="F7F3EE"/>
          </a:solidFill>
          <a:ln/>
        </p:spPr>
      </p:sp>
      <p:sp>
        <p:nvSpPr>
          <p:cNvPr id="83" name="Shape 81"/>
          <p:cNvSpPr/>
          <p:nvPr/>
        </p:nvSpPr>
        <p:spPr>
          <a:xfrm rot="1320000">
            <a:off x="804672" y="502920"/>
            <a:ext cx="118872" cy="1554480"/>
          </a:xfrm>
          <a:prstGeom prst="rect">
            <a:avLst/>
          </a:prstGeom>
          <a:solidFill>
            <a:srgbClr val="F7F3EE"/>
          </a:solidFill>
          <a:ln/>
        </p:spPr>
      </p:sp>
      <p:sp>
        <p:nvSpPr>
          <p:cNvPr id="84" name="Text 82"/>
          <p:cNvSpPr/>
          <p:nvPr/>
        </p:nvSpPr>
        <p:spPr>
          <a:xfrm>
            <a:off x="1051560" y="777240"/>
            <a:ext cx="3200400" cy="292608"/>
          </a:xfrm>
          <a:prstGeom prst="rect">
            <a:avLst/>
          </a:prstGeom>
          <a:noFill/>
          <a:ln/>
        </p:spPr>
        <p:txBody>
          <a:bodyPr wrap="square" rtlCol="0" anchor="ctr"/>
          <a:lstStyle/>
          <a:p>
            <a:pPr indent="0" marL="0">
              <a:buNone/>
            </a:pPr>
            <a:r>
              <a:rPr lang="en-US" sz="1000" dirty="0">
                <a:solidFill>
                  <a:srgbClr val="F7F3EE">
                    <a:alpha val="80000"/>
                  </a:srgbClr>
                </a:solidFill>
                <a:latin typeface="Calibri" pitchFamily="34" charset="0"/>
                <a:ea typeface="Calibri" pitchFamily="34" charset="-122"/>
                <a:cs typeface="Calibri" pitchFamily="34" charset="-120"/>
              </a:rPr>
              <a:t>Vision Empower</a:t>
            </a:r>
            <a:endParaRPr lang="en-US" sz="1000" dirty="0"/>
          </a:p>
        </p:txBody>
      </p:sp>
      <p:sp>
        <p:nvSpPr>
          <p:cNvPr id="85" name="Text 83"/>
          <p:cNvSpPr/>
          <p:nvPr/>
        </p:nvSpPr>
        <p:spPr>
          <a:xfrm>
            <a:off x="502920" y="2743200"/>
            <a:ext cx="6858000" cy="274320"/>
          </a:xfrm>
          <a:prstGeom prst="rect">
            <a:avLst/>
          </a:prstGeom>
          <a:noFill/>
          <a:ln/>
        </p:spPr>
        <p:txBody>
          <a:bodyPr wrap="square" rtlCol="0" anchor="ctr"/>
          <a:lstStyle/>
          <a:p>
            <a:pPr indent="0" marL="0">
              <a:buNone/>
            </a:pPr>
            <a:r>
              <a:rPr lang="en-US" sz="950" b="1" spc="700" kern="0" dirty="0">
                <a:solidFill>
                  <a:srgbClr val="C49A32"/>
                </a:solidFill>
                <a:latin typeface="Calibri" pitchFamily="34" charset="0"/>
                <a:ea typeface="Calibri" pitchFamily="34" charset="-122"/>
                <a:cs typeface="Calibri" pitchFamily="34" charset="-120"/>
              </a:rPr>
              <a:t>QUARTERLY FUNDER REPORT</a:t>
            </a:r>
            <a:endParaRPr lang="en-US" sz="950" dirty="0"/>
          </a:p>
        </p:txBody>
      </p:sp>
      <p:sp>
        <p:nvSpPr>
          <p:cNvPr id="86" name="Text 84"/>
          <p:cNvSpPr/>
          <p:nvPr/>
        </p:nvSpPr>
        <p:spPr>
          <a:xfrm>
            <a:off x="411480" y="3090672"/>
            <a:ext cx="5943600" cy="960120"/>
          </a:xfrm>
          <a:prstGeom prst="rect">
            <a:avLst/>
          </a:prstGeom>
          <a:noFill/>
          <a:ln/>
        </p:spPr>
        <p:txBody>
          <a:bodyPr wrap="square" rtlCol="0" anchor="ctr"/>
          <a:lstStyle/>
          <a:p>
            <a:pPr indent="0" marL="0">
              <a:buNone/>
            </a:pPr>
            <a:r>
              <a:rPr lang="en-US" sz="6600" i="1" dirty="0">
                <a:solidFill>
                  <a:srgbClr val="F7F3EE">
                    <a:alpha val="92000"/>
                  </a:srgbClr>
                </a:solidFill>
                <a:latin typeface="Georgia" pitchFamily="34" charset="0"/>
                <a:ea typeface="Georgia" pitchFamily="34" charset="-122"/>
                <a:cs typeface="Georgia" pitchFamily="34" charset="-120"/>
              </a:rPr>
              <a:t>Funder</a:t>
            </a:r>
            <a:endParaRPr lang="en-US" sz="6600" dirty="0"/>
          </a:p>
        </p:txBody>
      </p:sp>
      <p:sp>
        <p:nvSpPr>
          <p:cNvPr id="87" name="Text 85"/>
          <p:cNvSpPr/>
          <p:nvPr/>
        </p:nvSpPr>
        <p:spPr>
          <a:xfrm>
            <a:off x="411480" y="4114800"/>
            <a:ext cx="5943600" cy="914400"/>
          </a:xfrm>
          <a:prstGeom prst="rect">
            <a:avLst/>
          </a:prstGeom>
          <a:noFill/>
          <a:ln/>
        </p:spPr>
        <p:txBody>
          <a:bodyPr wrap="square" rtlCol="0" anchor="ctr"/>
          <a:lstStyle/>
          <a:p>
            <a:pPr indent="0" marL="0">
              <a:buNone/>
            </a:pPr>
            <a:r>
              <a:rPr lang="en-US" sz="6600" b="1" dirty="0">
                <a:solidFill>
                  <a:srgbClr val="EDD98A"/>
                </a:solidFill>
                <a:latin typeface="Georgia" pitchFamily="34" charset="0"/>
                <a:ea typeface="Georgia" pitchFamily="34" charset="-122"/>
                <a:cs typeface="Georgia" pitchFamily="34" charset="-120"/>
              </a:rPr>
              <a:t>Update</a:t>
            </a:r>
            <a:endParaRPr lang="en-US" sz="6600" dirty="0"/>
          </a:p>
        </p:txBody>
      </p:sp>
      <p:sp>
        <p:nvSpPr>
          <p:cNvPr id="88" name="Text 86"/>
          <p:cNvSpPr/>
          <p:nvPr/>
        </p:nvSpPr>
        <p:spPr>
          <a:xfrm>
            <a:off x="502920" y="5257800"/>
            <a:ext cx="5486400" cy="228600"/>
          </a:xfrm>
          <a:prstGeom prst="rect">
            <a:avLst/>
          </a:prstGeom>
          <a:noFill/>
          <a:ln/>
        </p:spPr>
        <p:txBody>
          <a:bodyPr wrap="square" rtlCol="0" anchor="ctr"/>
          <a:lstStyle/>
          <a:p>
            <a:pPr indent="0" marL="0">
              <a:buNone/>
            </a:pPr>
            <a:r>
              <a:rPr lang="en-US" sz="850" dirty="0">
                <a:solidFill>
                  <a:srgbClr val="C49A32">
                    <a:alpha val="70000"/>
                  </a:srgbClr>
                </a:solidFill>
                <a:latin typeface="Calibri" pitchFamily="34" charset="0"/>
                <a:ea typeface="Calibri" pitchFamily="34" charset="-122"/>
                <a:cs typeface="Calibri" pitchFamily="34" charset="-120"/>
              </a:rPr>
              <a:t>Generated 2 May 2026</a:t>
            </a:r>
            <a:endParaRPr lang="en-US" sz="850" dirty="0"/>
          </a:p>
        </p:txBody>
      </p:sp>
      <p:sp>
        <p:nvSpPr>
          <p:cNvPr id="89" name="Shape 87"/>
          <p:cNvSpPr/>
          <p:nvPr/>
        </p:nvSpPr>
        <p:spPr>
          <a:xfrm>
            <a:off x="0" y="5577840"/>
            <a:ext cx="12188952" cy="1280160"/>
          </a:xfrm>
          <a:prstGeom prst="rect">
            <a:avLst/>
          </a:prstGeom>
          <a:solidFill>
            <a:srgbClr val="FFFFFF"/>
          </a:solidFill>
          <a:ln/>
        </p:spPr>
      </p:sp>
      <p:sp>
        <p:nvSpPr>
          <p:cNvPr id="90" name="Shape 88"/>
          <p:cNvSpPr/>
          <p:nvPr/>
        </p:nvSpPr>
        <p:spPr>
          <a:xfrm>
            <a:off x="0" y="5577840"/>
            <a:ext cx="12188952" cy="41148"/>
          </a:xfrm>
          <a:prstGeom prst="rect">
            <a:avLst/>
          </a:prstGeom>
          <a:solidFill>
            <a:srgbClr val="C49A32"/>
          </a:solidFill>
          <a:ln/>
        </p:spPr>
      </p:sp>
      <p:sp>
        <p:nvSpPr>
          <p:cNvPr id="91" name="Text 89"/>
          <p:cNvSpPr/>
          <p:nvPr/>
        </p:nvSpPr>
        <p:spPr>
          <a:xfrm>
            <a:off x="548640" y="5687568"/>
            <a:ext cx="6858000" cy="347472"/>
          </a:xfrm>
          <a:prstGeom prst="rect">
            <a:avLst/>
          </a:prstGeom>
          <a:noFill/>
          <a:ln/>
        </p:spPr>
        <p:txBody>
          <a:bodyPr wrap="square" rtlCol="0" anchor="ctr"/>
          <a:lstStyle/>
          <a:p>
            <a:pPr indent="0" marL="0">
              <a:buNone/>
            </a:pPr>
            <a:r>
              <a:rPr lang="en-US" sz="1500" b="1" dirty="0">
                <a:solidFill>
                  <a:srgbClr val="2A1508"/>
                </a:solidFill>
                <a:latin typeface="Georgia" pitchFamily="34" charset="0"/>
                <a:ea typeface="Georgia" pitchFamily="34" charset="-122"/>
                <a:cs typeface="Georgia" pitchFamily="34" charset="-120"/>
              </a:rPr>
              <a:t>Empowering Through Education</a:t>
            </a:r>
            <a:endParaRPr lang="en-US" sz="1500" dirty="0"/>
          </a:p>
        </p:txBody>
      </p:sp>
      <p:sp>
        <p:nvSpPr>
          <p:cNvPr id="92" name="Text 90"/>
          <p:cNvSpPr/>
          <p:nvPr/>
        </p:nvSpPr>
        <p:spPr>
          <a:xfrm>
            <a:off x="548640" y="6053328"/>
            <a:ext cx="8229600" cy="256032"/>
          </a:xfrm>
          <a:prstGeom prst="rect">
            <a:avLst/>
          </a:prstGeom>
          <a:noFill/>
          <a:ln/>
        </p:spPr>
        <p:txBody>
          <a:bodyPr wrap="square" rtlCol="0" anchor="ctr"/>
          <a:lstStyle/>
          <a:p>
            <a:pPr indent="0" marL="0">
              <a:buNone/>
            </a:pPr>
            <a:r>
              <a:rPr lang="en-US" sz="950" dirty="0">
                <a:solidFill>
                  <a:srgbClr val="9B7B5A"/>
                </a:solidFill>
                <a:latin typeface="Calibri" pitchFamily="34" charset="0"/>
                <a:ea typeface="Calibri" pitchFamily="34" charset="-122"/>
                <a:cs typeface="Calibri" pitchFamily="34" charset="-120"/>
              </a:rPr>
              <a:t>Tata Trusts  ·  1 Oct 2024 – 31 Dec 2024  ·  ₹25.0L</a:t>
            </a:r>
            <a:endParaRPr lang="en-US" sz="950" dirty="0"/>
          </a:p>
        </p:txBody>
      </p:sp>
      <p:sp>
        <p:nvSpPr>
          <p:cNvPr id="93" name="Text 91"/>
          <p:cNvSpPr/>
          <p:nvPr/>
        </p:nvSpPr>
        <p:spPr>
          <a:xfrm>
            <a:off x="548640" y="6309360"/>
            <a:ext cx="8229600" cy="219456"/>
          </a:xfrm>
          <a:prstGeom prst="rect">
            <a:avLst/>
          </a:prstGeom>
          <a:noFill/>
          <a:ln/>
        </p:spPr>
        <p:txBody>
          <a:bodyPr wrap="square" rtlCol="0" anchor="ctr"/>
          <a:lstStyle/>
          <a:p>
            <a:pPr indent="0" marL="0">
              <a:buNone/>
            </a:pPr>
            <a:r>
              <a:rPr lang="en-US" sz="900" i="1" dirty="0">
                <a:solidFill>
                  <a:srgbClr val="9B7B5A"/>
                </a:solidFill>
                <a:latin typeface="Calibri" pitchFamily="34" charset="0"/>
                <a:ea typeface="Calibri" pitchFamily="34" charset="-122"/>
                <a:cs typeface="Calibri" pitchFamily="34" charset="-120"/>
              </a:rPr>
              <a:t>States: Karnataka, Tamil Nadu, Andhra Pradesh</a:t>
            </a:r>
            <a:endParaRPr lang="en-US" sz="900" dirty="0"/>
          </a:p>
        </p:txBody>
      </p:sp>
      <p:sp>
        <p:nvSpPr>
          <p:cNvPr id="94" name="Shape 92"/>
          <p:cNvSpPr/>
          <p:nvPr/>
        </p:nvSpPr>
        <p:spPr>
          <a:xfrm>
            <a:off x="502920" y="6492240"/>
            <a:ext cx="82296" cy="82296"/>
          </a:xfrm>
          <a:prstGeom prst="ellipse">
            <a:avLst/>
          </a:prstGeom>
          <a:solidFill>
            <a:srgbClr val="C49A32">
              <a:alpha val="35000"/>
            </a:srgbClr>
          </a:solidFill>
          <a:ln/>
        </p:spPr>
      </p:sp>
      <p:sp>
        <p:nvSpPr>
          <p:cNvPr id="95" name="Shape 93"/>
          <p:cNvSpPr/>
          <p:nvPr/>
        </p:nvSpPr>
        <p:spPr>
          <a:xfrm>
            <a:off x="667512" y="6492240"/>
            <a:ext cx="82296" cy="82296"/>
          </a:xfrm>
          <a:prstGeom prst="ellipse">
            <a:avLst/>
          </a:prstGeom>
          <a:solidFill>
            <a:srgbClr val="C49A32">
              <a:alpha val="35000"/>
            </a:srgbClr>
          </a:solidFill>
          <a:ln/>
        </p:spPr>
      </p:sp>
      <p:sp>
        <p:nvSpPr>
          <p:cNvPr id="96" name="Shape 94"/>
          <p:cNvSpPr/>
          <p:nvPr/>
        </p:nvSpPr>
        <p:spPr>
          <a:xfrm>
            <a:off x="832104" y="6492240"/>
            <a:ext cx="82296" cy="82296"/>
          </a:xfrm>
          <a:prstGeom prst="ellipse">
            <a:avLst/>
          </a:prstGeom>
          <a:solidFill>
            <a:srgbClr val="C49A32">
              <a:alpha val="35000"/>
            </a:srgbClr>
          </a:solidFill>
          <a:ln/>
        </p:spPr>
      </p:sp>
      <p:sp>
        <p:nvSpPr>
          <p:cNvPr id="97" name="Shape 95"/>
          <p:cNvSpPr/>
          <p:nvPr/>
        </p:nvSpPr>
        <p:spPr>
          <a:xfrm>
            <a:off x="996696" y="6492240"/>
            <a:ext cx="82296" cy="82296"/>
          </a:xfrm>
          <a:prstGeom prst="ellipse">
            <a:avLst/>
          </a:prstGeom>
          <a:solidFill>
            <a:srgbClr val="C49A32">
              <a:alpha val="35000"/>
            </a:srgbClr>
          </a:solidFill>
          <a:ln/>
        </p:spPr>
      </p:sp>
      <p:sp>
        <p:nvSpPr>
          <p:cNvPr id="98" name="Shape 96"/>
          <p:cNvSpPr/>
          <p:nvPr/>
        </p:nvSpPr>
        <p:spPr>
          <a:xfrm>
            <a:off x="1161288" y="6492240"/>
            <a:ext cx="82296" cy="82296"/>
          </a:xfrm>
          <a:prstGeom prst="ellipse">
            <a:avLst/>
          </a:prstGeom>
          <a:solidFill>
            <a:srgbClr val="C49A32">
              <a:alpha val="35000"/>
            </a:srgbClr>
          </a:solidFill>
          <a:ln/>
        </p:spPr>
      </p:sp>
      <p:sp>
        <p:nvSpPr>
          <p:cNvPr id="99" name="Shape 97"/>
          <p:cNvSpPr/>
          <p:nvPr/>
        </p:nvSpPr>
        <p:spPr>
          <a:xfrm>
            <a:off x="1325880" y="6492240"/>
            <a:ext cx="82296" cy="82296"/>
          </a:xfrm>
          <a:prstGeom prst="ellipse">
            <a:avLst/>
          </a:prstGeom>
          <a:solidFill>
            <a:srgbClr val="C49A32">
              <a:alpha val="35000"/>
            </a:srgbClr>
          </a:solidFill>
          <a:ln/>
        </p:spPr>
      </p:sp>
      <p:sp>
        <p:nvSpPr>
          <p:cNvPr id="100" name="Shape 98"/>
          <p:cNvSpPr/>
          <p:nvPr/>
        </p:nvSpPr>
        <p:spPr>
          <a:xfrm>
            <a:off x="502920" y="6693408"/>
            <a:ext cx="82296" cy="82296"/>
          </a:xfrm>
          <a:prstGeom prst="ellipse">
            <a:avLst/>
          </a:prstGeom>
          <a:solidFill>
            <a:srgbClr val="C49A32">
              <a:alpha val="35000"/>
            </a:srgbClr>
          </a:solidFill>
          <a:ln/>
        </p:spPr>
      </p:sp>
      <p:sp>
        <p:nvSpPr>
          <p:cNvPr id="101" name="Shape 99"/>
          <p:cNvSpPr/>
          <p:nvPr/>
        </p:nvSpPr>
        <p:spPr>
          <a:xfrm>
            <a:off x="667512" y="6693408"/>
            <a:ext cx="82296" cy="82296"/>
          </a:xfrm>
          <a:prstGeom prst="ellipse">
            <a:avLst/>
          </a:prstGeom>
          <a:solidFill>
            <a:srgbClr val="C49A32">
              <a:alpha val="35000"/>
            </a:srgbClr>
          </a:solidFill>
          <a:ln/>
        </p:spPr>
      </p:sp>
      <p:sp>
        <p:nvSpPr>
          <p:cNvPr id="102" name="Shape 100"/>
          <p:cNvSpPr/>
          <p:nvPr/>
        </p:nvSpPr>
        <p:spPr>
          <a:xfrm>
            <a:off x="832104" y="6693408"/>
            <a:ext cx="82296" cy="82296"/>
          </a:xfrm>
          <a:prstGeom prst="ellipse">
            <a:avLst/>
          </a:prstGeom>
          <a:solidFill>
            <a:srgbClr val="C49A32">
              <a:alpha val="35000"/>
            </a:srgbClr>
          </a:solidFill>
          <a:ln/>
        </p:spPr>
      </p:sp>
      <p:sp>
        <p:nvSpPr>
          <p:cNvPr id="103" name="Shape 101"/>
          <p:cNvSpPr/>
          <p:nvPr/>
        </p:nvSpPr>
        <p:spPr>
          <a:xfrm>
            <a:off x="1161288" y="6693408"/>
            <a:ext cx="82296" cy="82296"/>
          </a:xfrm>
          <a:prstGeom prst="ellipse">
            <a:avLst/>
          </a:prstGeom>
          <a:solidFill>
            <a:srgbClr val="C49A32">
              <a:alpha val="3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2A1508"/>
          </a:solidFill>
          <a:ln/>
        </p:spPr>
      </p:sp>
      <p:sp>
        <p:nvSpPr>
          <p:cNvPr id="3" name="Text 1"/>
          <p:cNvSpPr/>
          <p:nvPr/>
        </p:nvSpPr>
        <p:spPr>
          <a:xfrm>
            <a:off x="7132320" y="-731520"/>
            <a:ext cx="5029200" cy="4572000"/>
          </a:xfrm>
          <a:prstGeom prst="rect">
            <a:avLst/>
          </a:prstGeom>
          <a:noFill/>
          <a:ln/>
        </p:spPr>
        <p:txBody>
          <a:bodyPr wrap="square" lIns="0" tIns="0" rIns="0" bIns="0" rtlCol="0" anchor="ctr"/>
          <a:lstStyle/>
          <a:p>
            <a:pPr algn="r" indent="0" marL="0">
              <a:buNone/>
            </a:pPr>
            <a:r>
              <a:rPr lang="en-US" sz="28000" b="1" dirty="0">
                <a:solidFill>
                  <a:srgbClr val="C49A32">
                    <a:alpha val="9000"/>
                  </a:srgbClr>
                </a:solidFill>
                <a:latin typeface="Georgia" pitchFamily="34" charset="0"/>
                <a:ea typeface="Georgia" pitchFamily="34" charset="-122"/>
                <a:cs typeface="Georgia" pitchFamily="34" charset="-120"/>
              </a:rPr>
              <a:t>02</a:t>
            </a:r>
            <a:endParaRPr lang="en-US" sz="28000" dirty="0"/>
          </a:p>
        </p:txBody>
      </p:sp>
      <p:sp>
        <p:nvSpPr>
          <p:cNvPr id="4" name="Text 2"/>
          <p:cNvSpPr/>
          <p:nvPr/>
        </p:nvSpPr>
        <p:spPr>
          <a:xfrm>
            <a:off x="594360" y="201168"/>
            <a:ext cx="10972800" cy="256032"/>
          </a:xfrm>
          <a:prstGeom prst="rect">
            <a:avLst/>
          </a:prstGeom>
          <a:noFill/>
          <a:ln/>
        </p:spPr>
        <p:txBody>
          <a:bodyPr wrap="square" rtlCol="0" anchor="ctr"/>
          <a:lstStyle/>
          <a:p>
            <a:pPr indent="0" marL="0">
              <a:buNone/>
            </a:pPr>
            <a:r>
              <a:rPr lang="en-US" sz="850" b="1" spc="500" kern="0" dirty="0">
                <a:solidFill>
                  <a:srgbClr val="C49A32"/>
                </a:solidFill>
                <a:latin typeface="Calibri" pitchFamily="34" charset="0"/>
                <a:ea typeface="Calibri" pitchFamily="34" charset="-122"/>
                <a:cs typeface="Calibri" pitchFamily="34" charset="-120"/>
              </a:rPr>
              <a:t>PROJECT OVERVIEW</a:t>
            </a:r>
            <a:endParaRPr lang="en-US" sz="850" dirty="0"/>
          </a:p>
        </p:txBody>
      </p:sp>
      <p:sp>
        <p:nvSpPr>
          <p:cNvPr id="5" name="Text 3"/>
          <p:cNvSpPr/>
          <p:nvPr/>
        </p:nvSpPr>
        <p:spPr>
          <a:xfrm>
            <a:off x="594360" y="475488"/>
            <a:ext cx="10698480" cy="658368"/>
          </a:xfrm>
          <a:prstGeom prst="rect">
            <a:avLst/>
          </a:prstGeom>
          <a:noFill/>
          <a:ln/>
        </p:spPr>
        <p:txBody>
          <a:bodyPr wrap="square" rtlCol="0" anchor="ctr"/>
          <a:lstStyle/>
          <a:p>
            <a:pPr indent="0" marL="0">
              <a:buNone/>
            </a:pPr>
            <a:r>
              <a:rPr lang="en-US" sz="2800" b="1" dirty="0">
                <a:solidFill>
                  <a:srgbClr val="2A1508"/>
                </a:solidFill>
                <a:latin typeface="Georgia" pitchFamily="34" charset="0"/>
                <a:ea typeface="Georgia" pitchFamily="34" charset="-122"/>
                <a:cs typeface="Georgia" pitchFamily="34" charset="-120"/>
              </a:rPr>
              <a:t>About This Project</a:t>
            </a:r>
            <a:endParaRPr lang="en-US" sz="2800" dirty="0"/>
          </a:p>
        </p:txBody>
      </p:sp>
      <p:sp>
        <p:nvSpPr>
          <p:cNvPr id="6" name="Shape 4"/>
          <p:cNvSpPr/>
          <p:nvPr/>
        </p:nvSpPr>
        <p:spPr>
          <a:xfrm>
            <a:off x="0" y="6501384"/>
            <a:ext cx="12188952" cy="36576"/>
          </a:xfrm>
          <a:prstGeom prst="rect">
            <a:avLst/>
          </a:prstGeom>
          <a:solidFill>
            <a:srgbClr val="C49A32"/>
          </a:solidFill>
          <a:ln/>
        </p:spPr>
      </p:sp>
      <p:sp>
        <p:nvSpPr>
          <p:cNvPr id="7" name="Text 5"/>
          <p:cNvSpPr/>
          <p:nvPr/>
        </p:nvSpPr>
        <p:spPr>
          <a:xfrm>
            <a:off x="594360" y="6565392"/>
            <a:ext cx="5486400" cy="201168"/>
          </a:xfrm>
          <a:prstGeom prst="rect">
            <a:avLst/>
          </a:prstGeom>
          <a:noFill/>
          <a:ln/>
        </p:spPr>
        <p:txBody>
          <a:bodyPr wrap="square" rtlCol="0" anchor="ctr"/>
          <a:lstStyle/>
          <a:p>
            <a:pPr indent="0" marL="0">
              <a:buNone/>
            </a:pPr>
            <a:r>
              <a:rPr lang="en-US" sz="750" dirty="0">
                <a:solidFill>
                  <a:srgbClr val="9B7B5A"/>
                </a:solidFill>
                <a:latin typeface="Calibri" pitchFamily="34" charset="0"/>
                <a:ea typeface="Calibri" pitchFamily="34" charset="-122"/>
                <a:cs typeface="Calibri" pitchFamily="34" charset="-120"/>
              </a:rPr>
              <a:t>Vision Empower</a:t>
            </a:r>
            <a:endParaRPr lang="en-US" sz="750" dirty="0"/>
          </a:p>
        </p:txBody>
      </p:sp>
      <p:sp>
        <p:nvSpPr>
          <p:cNvPr id="8" name="Text 6"/>
          <p:cNvSpPr/>
          <p:nvPr/>
        </p:nvSpPr>
        <p:spPr>
          <a:xfrm>
            <a:off x="10515600" y="6565392"/>
            <a:ext cx="1463040" cy="201168"/>
          </a:xfrm>
          <a:prstGeom prst="rect">
            <a:avLst/>
          </a:prstGeom>
          <a:noFill/>
          <a:ln/>
        </p:spPr>
        <p:txBody>
          <a:bodyPr wrap="square" rtlCol="0" anchor="ctr"/>
          <a:lstStyle/>
          <a:p>
            <a:pPr algn="r" indent="0" marL="0">
              <a:buNone/>
            </a:pPr>
            <a:r>
              <a:rPr lang="en-US" sz="750" dirty="0">
                <a:solidFill>
                  <a:srgbClr val="9B7B5A"/>
                </a:solidFill>
                <a:latin typeface="Calibri" pitchFamily="34" charset="0"/>
                <a:ea typeface="Calibri" pitchFamily="34" charset="-122"/>
                <a:cs typeface="Calibri" pitchFamily="34" charset="-120"/>
              </a:rPr>
              <a:t>2 / 9</a:t>
            </a:r>
            <a:endParaRPr lang="en-US" sz="750" dirty="0"/>
          </a:p>
        </p:txBody>
      </p:sp>
      <p:sp>
        <p:nvSpPr>
          <p:cNvPr id="9" name="Shape 7"/>
          <p:cNvSpPr/>
          <p:nvPr/>
        </p:nvSpPr>
        <p:spPr>
          <a:xfrm>
            <a:off x="594360" y="1298448"/>
            <a:ext cx="82296" cy="3291840"/>
          </a:xfrm>
          <a:prstGeom prst="rect">
            <a:avLst/>
          </a:prstGeom>
          <a:solidFill>
            <a:srgbClr val="C49A32"/>
          </a:solidFill>
          <a:ln/>
        </p:spPr>
      </p:sp>
      <p:sp>
        <p:nvSpPr>
          <p:cNvPr id="10" name="Text 8"/>
          <p:cNvSpPr/>
          <p:nvPr/>
        </p:nvSpPr>
        <p:spPr>
          <a:xfrm>
            <a:off x="804672" y="1298448"/>
            <a:ext cx="6583680" cy="3291840"/>
          </a:xfrm>
          <a:prstGeom prst="rect">
            <a:avLst/>
          </a:prstGeom>
          <a:noFill/>
          <a:ln/>
        </p:spPr>
        <p:txBody>
          <a:bodyPr wrap="square" rtlCol="0" anchor="t"/>
          <a:lstStyle/>
          <a:p>
            <a:pPr indent="0" marL="0">
              <a:lnSpc>
                <a:spcPct val="155000"/>
              </a:lnSpc>
              <a:buNone/>
            </a:pPr>
            <a:r>
              <a:rPr lang="en-US" sz="1350" dirty="0">
                <a:solidFill>
                  <a:srgbClr val="3D2010"/>
                </a:solidFill>
                <a:latin typeface="Calibri" pitchFamily="34" charset="0"/>
                <a:ea typeface="Calibri" pitchFamily="34" charset="-122"/>
                <a:cs typeface="Calibri" pitchFamily="34" charset="-120"/>
              </a:rPr>
              <a:t>This project trains teachers of visually impaired children across three southern states in modern inclusive education techniques including Braille, assistive technology, and classroom adaptation. Over 200 educators have been equipped with skills to create inclusive classrooms that give visually impaired children genuine access to quality education.</a:t>
            </a:r>
            <a:endParaRPr lang="en-US" sz="1350" dirty="0"/>
          </a:p>
        </p:txBody>
      </p:sp>
      <p:sp>
        <p:nvSpPr>
          <p:cNvPr id="11" name="Text 9"/>
          <p:cNvSpPr/>
          <p:nvPr/>
        </p:nvSpPr>
        <p:spPr>
          <a:xfrm>
            <a:off x="594360" y="4736592"/>
            <a:ext cx="7498080" cy="256032"/>
          </a:xfrm>
          <a:prstGeom prst="rect">
            <a:avLst/>
          </a:prstGeom>
          <a:noFill/>
          <a:ln/>
        </p:spPr>
        <p:txBody>
          <a:bodyPr wrap="square" rtlCol="0" anchor="ctr"/>
          <a:lstStyle/>
          <a:p>
            <a:pPr indent="0" marL="0">
              <a:buNone/>
            </a:pPr>
            <a:r>
              <a:rPr lang="en-US" sz="950" i="1" dirty="0">
                <a:solidFill>
                  <a:srgbClr val="9B7B5A"/>
                </a:solidFill>
                <a:latin typeface="Calibri" pitchFamily="34" charset="0"/>
                <a:ea typeface="Calibri" pitchFamily="34" charset="-122"/>
                <a:cs typeface="Calibri" pitchFamily="34" charset="-120"/>
              </a:rPr>
              <a:t>Beneficiaries: Visually impaired children  ·  States: Karnataka, Tamil Nadu, Andhra Pradesh</a:t>
            </a:r>
            <a:endParaRPr lang="en-US" sz="950" dirty="0"/>
          </a:p>
        </p:txBody>
      </p:sp>
      <p:sp>
        <p:nvSpPr>
          <p:cNvPr id="12" name="Shape 10"/>
          <p:cNvSpPr/>
          <p:nvPr/>
        </p:nvSpPr>
        <p:spPr>
          <a:xfrm>
            <a:off x="8321040" y="1298448"/>
            <a:ext cx="3291840" cy="155448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13" name="Shape 11"/>
          <p:cNvSpPr/>
          <p:nvPr/>
        </p:nvSpPr>
        <p:spPr>
          <a:xfrm>
            <a:off x="8321040" y="1298448"/>
            <a:ext cx="3291840" cy="50292"/>
          </a:xfrm>
          <a:prstGeom prst="rect">
            <a:avLst/>
          </a:prstGeom>
          <a:solidFill>
            <a:srgbClr val="C49A32"/>
          </a:solidFill>
          <a:ln/>
        </p:spPr>
      </p:sp>
      <p:sp>
        <p:nvSpPr>
          <p:cNvPr id="14" name="Text 12"/>
          <p:cNvSpPr/>
          <p:nvPr/>
        </p:nvSpPr>
        <p:spPr>
          <a:xfrm>
            <a:off x="8412480" y="1463040"/>
            <a:ext cx="3108960" cy="822960"/>
          </a:xfrm>
          <a:prstGeom prst="rect">
            <a:avLst/>
          </a:prstGeom>
          <a:noFill/>
          <a:ln/>
        </p:spPr>
        <p:txBody>
          <a:bodyPr wrap="square" rtlCol="0" anchor="ctr"/>
          <a:lstStyle/>
          <a:p>
            <a:pPr algn="ctr" indent="0" marL="0">
              <a:buNone/>
            </a:pPr>
            <a:r>
              <a:rPr lang="en-US" sz="4000" b="1" dirty="0">
                <a:solidFill>
                  <a:srgbClr val="2A1508"/>
                </a:solidFill>
                <a:latin typeface="Georgia" pitchFamily="34" charset="0"/>
                <a:ea typeface="Georgia" pitchFamily="34" charset="-122"/>
                <a:cs typeface="Georgia" pitchFamily="34" charset="-120"/>
              </a:rPr>
              <a:t>₹25.0L</a:t>
            </a:r>
            <a:endParaRPr lang="en-US" sz="4000" dirty="0"/>
          </a:p>
        </p:txBody>
      </p:sp>
      <p:sp>
        <p:nvSpPr>
          <p:cNvPr id="15" name="Text 13"/>
          <p:cNvSpPr/>
          <p:nvPr/>
        </p:nvSpPr>
        <p:spPr>
          <a:xfrm>
            <a:off x="8412480" y="2331720"/>
            <a:ext cx="3108960" cy="365760"/>
          </a:xfrm>
          <a:prstGeom prst="rect">
            <a:avLst/>
          </a:prstGeom>
          <a:noFill/>
          <a:ln/>
        </p:spPr>
        <p:txBody>
          <a:bodyPr wrap="square" rtlCol="0" anchor="ctr"/>
          <a:lstStyle/>
          <a:p>
            <a:pPr algn="ctr" indent="0" marL="0">
              <a:buNone/>
            </a:pPr>
            <a:r>
              <a:rPr lang="en-US" sz="900" b="1" spc="200" kern="0" dirty="0">
                <a:solidFill>
                  <a:srgbClr val="9B7B5A"/>
                </a:solidFill>
                <a:latin typeface="Calibri" pitchFamily="34" charset="0"/>
                <a:ea typeface="Calibri" pitchFamily="34" charset="-122"/>
                <a:cs typeface="Calibri" pitchFamily="34" charset="-120"/>
              </a:rPr>
              <a:t>TOTAL GRANT</a:t>
            </a:r>
            <a:endParaRPr lang="en-US" sz="900" dirty="0"/>
          </a:p>
        </p:txBody>
      </p:sp>
      <p:sp>
        <p:nvSpPr>
          <p:cNvPr id="16" name="Shape 14"/>
          <p:cNvSpPr/>
          <p:nvPr/>
        </p:nvSpPr>
        <p:spPr>
          <a:xfrm>
            <a:off x="8321040" y="3035808"/>
            <a:ext cx="3291840" cy="155448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17" name="Shape 15"/>
          <p:cNvSpPr/>
          <p:nvPr/>
        </p:nvSpPr>
        <p:spPr>
          <a:xfrm>
            <a:off x="8321040" y="3035808"/>
            <a:ext cx="3291840" cy="50292"/>
          </a:xfrm>
          <a:prstGeom prst="rect">
            <a:avLst/>
          </a:prstGeom>
          <a:solidFill>
            <a:srgbClr val="C49A32"/>
          </a:solidFill>
          <a:ln/>
        </p:spPr>
      </p:sp>
      <p:sp>
        <p:nvSpPr>
          <p:cNvPr id="18" name="Text 16"/>
          <p:cNvSpPr/>
          <p:nvPr/>
        </p:nvSpPr>
        <p:spPr>
          <a:xfrm>
            <a:off x="8412480" y="3200400"/>
            <a:ext cx="3108960" cy="822960"/>
          </a:xfrm>
          <a:prstGeom prst="rect">
            <a:avLst/>
          </a:prstGeom>
          <a:noFill/>
          <a:ln/>
        </p:spPr>
        <p:txBody>
          <a:bodyPr wrap="square" rtlCol="0" anchor="ctr"/>
          <a:lstStyle/>
          <a:p>
            <a:pPr algn="ctr" indent="0" marL="0">
              <a:buNone/>
            </a:pPr>
            <a:r>
              <a:rPr lang="en-US" sz="4000" b="1" dirty="0">
                <a:solidFill>
                  <a:srgbClr val="2A1508"/>
                </a:solidFill>
                <a:latin typeface="Georgia" pitchFamily="34" charset="0"/>
                <a:ea typeface="Georgia" pitchFamily="34" charset="-122"/>
                <a:cs typeface="Georgia" pitchFamily="34" charset="-120"/>
              </a:rPr>
              <a:t>14</a:t>
            </a:r>
            <a:endParaRPr lang="en-US" sz="4000" dirty="0"/>
          </a:p>
        </p:txBody>
      </p:sp>
      <p:sp>
        <p:nvSpPr>
          <p:cNvPr id="19" name="Text 17"/>
          <p:cNvSpPr/>
          <p:nvPr/>
        </p:nvSpPr>
        <p:spPr>
          <a:xfrm>
            <a:off x="8412480" y="4069080"/>
            <a:ext cx="3108960" cy="365760"/>
          </a:xfrm>
          <a:prstGeom prst="rect">
            <a:avLst/>
          </a:prstGeom>
          <a:noFill/>
          <a:ln/>
        </p:spPr>
        <p:txBody>
          <a:bodyPr wrap="square" rtlCol="0" anchor="ctr"/>
          <a:lstStyle/>
          <a:p>
            <a:pPr algn="ctr" indent="0" marL="0">
              <a:buNone/>
            </a:pPr>
            <a:r>
              <a:rPr lang="en-US" sz="900" b="1" spc="200" kern="0" dirty="0">
                <a:solidFill>
                  <a:srgbClr val="9B7B5A"/>
                </a:solidFill>
                <a:latin typeface="Calibri" pitchFamily="34" charset="0"/>
                <a:ea typeface="Calibri" pitchFamily="34" charset="-122"/>
                <a:cs typeface="Calibri" pitchFamily="34" charset="-120"/>
              </a:rPr>
              <a:t>PROJECT DURATION (MONTHS)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2A1508"/>
          </a:solidFill>
          <a:ln/>
        </p:spPr>
      </p:sp>
      <p:sp>
        <p:nvSpPr>
          <p:cNvPr id="3" name="Text 1"/>
          <p:cNvSpPr/>
          <p:nvPr/>
        </p:nvSpPr>
        <p:spPr>
          <a:xfrm>
            <a:off x="7132320" y="-731520"/>
            <a:ext cx="5029200" cy="4572000"/>
          </a:xfrm>
          <a:prstGeom prst="rect">
            <a:avLst/>
          </a:prstGeom>
          <a:noFill/>
          <a:ln/>
        </p:spPr>
        <p:txBody>
          <a:bodyPr wrap="square" lIns="0" tIns="0" rIns="0" bIns="0" rtlCol="0" anchor="ctr"/>
          <a:lstStyle/>
          <a:p>
            <a:pPr algn="r" indent="0" marL="0">
              <a:buNone/>
            </a:pPr>
            <a:r>
              <a:rPr lang="en-US" sz="28000" b="1" dirty="0">
                <a:solidFill>
                  <a:srgbClr val="C49A32">
                    <a:alpha val="9000"/>
                  </a:srgbClr>
                </a:solidFill>
                <a:latin typeface="Georgia" pitchFamily="34" charset="0"/>
                <a:ea typeface="Georgia" pitchFamily="34" charset="-122"/>
                <a:cs typeface="Georgia" pitchFamily="34" charset="-120"/>
              </a:rPr>
              <a:t>03</a:t>
            </a:r>
            <a:endParaRPr lang="en-US" sz="28000" dirty="0"/>
          </a:p>
        </p:txBody>
      </p:sp>
      <p:sp>
        <p:nvSpPr>
          <p:cNvPr id="4" name="Text 2"/>
          <p:cNvSpPr/>
          <p:nvPr/>
        </p:nvSpPr>
        <p:spPr>
          <a:xfrm>
            <a:off x="594360" y="201168"/>
            <a:ext cx="10972800" cy="256032"/>
          </a:xfrm>
          <a:prstGeom prst="rect">
            <a:avLst/>
          </a:prstGeom>
          <a:noFill/>
          <a:ln/>
        </p:spPr>
        <p:txBody>
          <a:bodyPr wrap="square" rtlCol="0" anchor="ctr"/>
          <a:lstStyle/>
          <a:p>
            <a:pPr indent="0" marL="0">
              <a:buNone/>
            </a:pPr>
            <a:r>
              <a:rPr lang="en-US" sz="850" b="1" spc="500" kern="0" dirty="0">
                <a:solidFill>
                  <a:srgbClr val="C49A32"/>
                </a:solidFill>
                <a:latin typeface="Calibri" pitchFamily="34" charset="0"/>
                <a:ea typeface="Calibri" pitchFamily="34" charset="-122"/>
                <a:cs typeface="Calibri" pitchFamily="34" charset="-120"/>
              </a:rPr>
              <a:t>IMPACT</a:t>
            </a:r>
            <a:endParaRPr lang="en-US" sz="850" dirty="0"/>
          </a:p>
        </p:txBody>
      </p:sp>
      <p:sp>
        <p:nvSpPr>
          <p:cNvPr id="5" name="Text 3"/>
          <p:cNvSpPr/>
          <p:nvPr/>
        </p:nvSpPr>
        <p:spPr>
          <a:xfrm>
            <a:off x="594360" y="475488"/>
            <a:ext cx="10698480" cy="658368"/>
          </a:xfrm>
          <a:prstGeom prst="rect">
            <a:avLst/>
          </a:prstGeom>
          <a:noFill/>
          <a:ln/>
        </p:spPr>
        <p:txBody>
          <a:bodyPr wrap="square" rtlCol="0" anchor="ctr"/>
          <a:lstStyle/>
          <a:p>
            <a:pPr indent="0" marL="0">
              <a:buNone/>
            </a:pPr>
            <a:r>
              <a:rPr lang="en-US" sz="2800" b="1" dirty="0">
                <a:solidFill>
                  <a:srgbClr val="2A1508"/>
                </a:solidFill>
                <a:latin typeface="Georgia" pitchFamily="34" charset="0"/>
                <a:ea typeface="Georgia" pitchFamily="34" charset="-122"/>
                <a:cs typeface="Georgia" pitchFamily="34" charset="-120"/>
              </a:rPr>
              <a:t>Key Impact at a Glance</a:t>
            </a:r>
            <a:endParaRPr lang="en-US" sz="2800" dirty="0"/>
          </a:p>
        </p:txBody>
      </p:sp>
      <p:sp>
        <p:nvSpPr>
          <p:cNvPr id="6" name="Shape 4"/>
          <p:cNvSpPr/>
          <p:nvPr/>
        </p:nvSpPr>
        <p:spPr>
          <a:xfrm>
            <a:off x="0" y="6501384"/>
            <a:ext cx="12188952" cy="36576"/>
          </a:xfrm>
          <a:prstGeom prst="rect">
            <a:avLst/>
          </a:prstGeom>
          <a:solidFill>
            <a:srgbClr val="C49A32"/>
          </a:solidFill>
          <a:ln/>
        </p:spPr>
      </p:sp>
      <p:sp>
        <p:nvSpPr>
          <p:cNvPr id="7" name="Text 5"/>
          <p:cNvSpPr/>
          <p:nvPr/>
        </p:nvSpPr>
        <p:spPr>
          <a:xfrm>
            <a:off x="594360" y="6565392"/>
            <a:ext cx="5486400" cy="201168"/>
          </a:xfrm>
          <a:prstGeom prst="rect">
            <a:avLst/>
          </a:prstGeom>
          <a:noFill/>
          <a:ln/>
        </p:spPr>
        <p:txBody>
          <a:bodyPr wrap="square" rtlCol="0" anchor="ctr"/>
          <a:lstStyle/>
          <a:p>
            <a:pPr indent="0" marL="0">
              <a:buNone/>
            </a:pPr>
            <a:r>
              <a:rPr lang="en-US" sz="750" dirty="0">
                <a:solidFill>
                  <a:srgbClr val="9B7B5A"/>
                </a:solidFill>
                <a:latin typeface="Calibri" pitchFamily="34" charset="0"/>
                <a:ea typeface="Calibri" pitchFamily="34" charset="-122"/>
                <a:cs typeface="Calibri" pitchFamily="34" charset="-120"/>
              </a:rPr>
              <a:t>Vision Empower</a:t>
            </a:r>
            <a:endParaRPr lang="en-US" sz="750" dirty="0"/>
          </a:p>
        </p:txBody>
      </p:sp>
      <p:sp>
        <p:nvSpPr>
          <p:cNvPr id="8" name="Text 6"/>
          <p:cNvSpPr/>
          <p:nvPr/>
        </p:nvSpPr>
        <p:spPr>
          <a:xfrm>
            <a:off x="10515600" y="6565392"/>
            <a:ext cx="1463040" cy="201168"/>
          </a:xfrm>
          <a:prstGeom prst="rect">
            <a:avLst/>
          </a:prstGeom>
          <a:noFill/>
          <a:ln/>
        </p:spPr>
        <p:txBody>
          <a:bodyPr wrap="square" rtlCol="0" anchor="ctr"/>
          <a:lstStyle/>
          <a:p>
            <a:pPr algn="r" indent="0" marL="0">
              <a:buNone/>
            </a:pPr>
            <a:r>
              <a:rPr lang="en-US" sz="750" dirty="0">
                <a:solidFill>
                  <a:srgbClr val="9B7B5A"/>
                </a:solidFill>
                <a:latin typeface="Calibri" pitchFamily="34" charset="0"/>
                <a:ea typeface="Calibri" pitchFamily="34" charset="-122"/>
                <a:cs typeface="Calibri" pitchFamily="34" charset="-120"/>
              </a:rPr>
              <a:t>3 / 9</a:t>
            </a:r>
            <a:endParaRPr lang="en-US" sz="750" dirty="0"/>
          </a:p>
        </p:txBody>
      </p:sp>
      <p:sp>
        <p:nvSpPr>
          <p:cNvPr id="9" name="Shape 7"/>
          <p:cNvSpPr/>
          <p:nvPr/>
        </p:nvSpPr>
        <p:spPr>
          <a:xfrm>
            <a:off x="594360" y="1261872"/>
            <a:ext cx="5303520" cy="237744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10" name="Shape 8"/>
          <p:cNvSpPr/>
          <p:nvPr/>
        </p:nvSpPr>
        <p:spPr>
          <a:xfrm>
            <a:off x="594360" y="1261872"/>
            <a:ext cx="64008" cy="2377440"/>
          </a:xfrm>
          <a:prstGeom prst="rect">
            <a:avLst/>
          </a:prstGeom>
          <a:solidFill>
            <a:srgbClr val="C49A32"/>
          </a:solidFill>
          <a:ln/>
        </p:spPr>
      </p:sp>
      <p:sp>
        <p:nvSpPr>
          <p:cNvPr id="11" name="Text 9"/>
          <p:cNvSpPr/>
          <p:nvPr/>
        </p:nvSpPr>
        <p:spPr>
          <a:xfrm>
            <a:off x="758952" y="1517904"/>
            <a:ext cx="5138928" cy="1234440"/>
          </a:xfrm>
          <a:prstGeom prst="rect">
            <a:avLst/>
          </a:prstGeom>
          <a:noFill/>
          <a:ln/>
        </p:spPr>
        <p:txBody>
          <a:bodyPr wrap="square" rtlCol="0" anchor="ctr"/>
          <a:lstStyle/>
          <a:p>
            <a:pPr algn="ctr" indent="0" marL="0">
              <a:buNone/>
            </a:pPr>
            <a:r>
              <a:rPr lang="en-US" sz="6000" b="1" dirty="0">
                <a:solidFill>
                  <a:srgbClr val="2A1508"/>
                </a:solidFill>
                <a:latin typeface="Georgia" pitchFamily="34" charset="0"/>
                <a:ea typeface="Georgia" pitchFamily="34" charset="-122"/>
                <a:cs typeface="Georgia" pitchFamily="34" charset="-120"/>
              </a:rPr>
              <a:t>25%</a:t>
            </a:r>
            <a:endParaRPr lang="en-US" sz="6000" dirty="0"/>
          </a:p>
        </p:txBody>
      </p:sp>
      <p:sp>
        <p:nvSpPr>
          <p:cNvPr id="12" name="Text 10"/>
          <p:cNvSpPr/>
          <p:nvPr/>
        </p:nvSpPr>
        <p:spPr>
          <a:xfrm>
            <a:off x="758952" y="2834640"/>
            <a:ext cx="5138928" cy="59436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DELIVERABLES</a:t>
            </a:r>
            <a:endParaRPr lang="en-US" sz="1100" dirty="0"/>
          </a:p>
        </p:txBody>
      </p:sp>
      <p:sp>
        <p:nvSpPr>
          <p:cNvPr id="13" name="Text 11"/>
          <p:cNvSpPr/>
          <p:nvPr/>
        </p:nvSpPr>
        <p:spPr>
          <a:xfrm>
            <a:off x="758952" y="3346704"/>
            <a:ext cx="5138928" cy="201168"/>
          </a:xfrm>
          <a:prstGeom prst="rect">
            <a:avLst/>
          </a:prstGeom>
          <a:noFill/>
          <a:ln/>
        </p:spPr>
        <p:txBody>
          <a:bodyPr wrap="square" rtlCol="0" anchor="ctr"/>
          <a:lstStyle/>
          <a:p>
            <a:pPr algn="ctr" indent="0" marL="0">
              <a:buNone/>
            </a:pPr>
            <a:r>
              <a:rPr lang="en-US" sz="850" spc="100" kern="0" dirty="0">
                <a:solidFill>
                  <a:srgbClr val="9B7B5A"/>
                </a:solidFill>
                <a:latin typeface="Calibri" pitchFamily="34" charset="0"/>
                <a:ea typeface="Calibri" pitchFamily="34" charset="-122"/>
                <a:cs typeface="Calibri" pitchFamily="34" charset="-120"/>
              </a:rPr>
              <a:t>1 of 4 complete</a:t>
            </a:r>
            <a:endParaRPr lang="en-US" sz="850" dirty="0"/>
          </a:p>
        </p:txBody>
      </p:sp>
      <p:sp>
        <p:nvSpPr>
          <p:cNvPr id="14" name="Shape 12"/>
          <p:cNvSpPr/>
          <p:nvPr/>
        </p:nvSpPr>
        <p:spPr>
          <a:xfrm>
            <a:off x="6044184" y="1261872"/>
            <a:ext cx="5303520" cy="237744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15" name="Shape 13"/>
          <p:cNvSpPr/>
          <p:nvPr/>
        </p:nvSpPr>
        <p:spPr>
          <a:xfrm>
            <a:off x="6044184" y="1261872"/>
            <a:ext cx="64008" cy="2377440"/>
          </a:xfrm>
          <a:prstGeom prst="rect">
            <a:avLst/>
          </a:prstGeom>
          <a:solidFill>
            <a:srgbClr val="2A1508"/>
          </a:solidFill>
          <a:ln/>
        </p:spPr>
      </p:sp>
      <p:sp>
        <p:nvSpPr>
          <p:cNvPr id="16" name="Text 14"/>
          <p:cNvSpPr/>
          <p:nvPr/>
        </p:nvSpPr>
        <p:spPr>
          <a:xfrm>
            <a:off x="6208776" y="1517904"/>
            <a:ext cx="5138928" cy="1234440"/>
          </a:xfrm>
          <a:prstGeom prst="rect">
            <a:avLst/>
          </a:prstGeom>
          <a:noFill/>
          <a:ln/>
        </p:spPr>
        <p:txBody>
          <a:bodyPr wrap="square" rtlCol="0" anchor="ctr"/>
          <a:lstStyle/>
          <a:p>
            <a:pPr algn="ctr" indent="0" marL="0">
              <a:buNone/>
            </a:pPr>
            <a:r>
              <a:rPr lang="en-US" sz="6000" b="1" dirty="0">
                <a:solidFill>
                  <a:srgbClr val="2A1508"/>
                </a:solidFill>
                <a:latin typeface="Georgia" pitchFamily="34" charset="0"/>
                <a:ea typeface="Georgia" pitchFamily="34" charset="-122"/>
                <a:cs typeface="Georgia" pitchFamily="34" charset="-120"/>
              </a:rPr>
              <a:t>77%</a:t>
            </a:r>
            <a:endParaRPr lang="en-US" sz="6000" dirty="0"/>
          </a:p>
        </p:txBody>
      </p:sp>
      <p:sp>
        <p:nvSpPr>
          <p:cNvPr id="17" name="Text 15"/>
          <p:cNvSpPr/>
          <p:nvPr/>
        </p:nvSpPr>
        <p:spPr>
          <a:xfrm>
            <a:off x="6208776" y="2834640"/>
            <a:ext cx="5138928" cy="59436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BUDGET USED</a:t>
            </a:r>
            <a:endParaRPr lang="en-US" sz="1100" dirty="0"/>
          </a:p>
        </p:txBody>
      </p:sp>
      <p:sp>
        <p:nvSpPr>
          <p:cNvPr id="18" name="Text 16"/>
          <p:cNvSpPr/>
          <p:nvPr/>
        </p:nvSpPr>
        <p:spPr>
          <a:xfrm>
            <a:off x="6208776" y="3346704"/>
            <a:ext cx="5138928" cy="201168"/>
          </a:xfrm>
          <a:prstGeom prst="rect">
            <a:avLst/>
          </a:prstGeom>
          <a:noFill/>
          <a:ln/>
        </p:spPr>
        <p:txBody>
          <a:bodyPr wrap="square" rtlCol="0" anchor="ctr"/>
          <a:lstStyle/>
          <a:p>
            <a:pPr algn="ctr" indent="0" marL="0">
              <a:buNone/>
            </a:pPr>
            <a:r>
              <a:rPr lang="en-US" sz="850" spc="100" kern="0" dirty="0">
                <a:solidFill>
                  <a:srgbClr val="9B7B5A"/>
                </a:solidFill>
                <a:latin typeface="Calibri" pitchFamily="34" charset="0"/>
                <a:ea typeface="Calibri" pitchFamily="34" charset="-122"/>
                <a:cs typeface="Calibri" pitchFamily="34" charset="-120"/>
              </a:rPr>
              <a:t>₹19.1L of ₹25.0L</a:t>
            </a:r>
            <a:endParaRPr lang="en-US" sz="850" dirty="0"/>
          </a:p>
        </p:txBody>
      </p:sp>
      <p:sp>
        <p:nvSpPr>
          <p:cNvPr id="19" name="Shape 17"/>
          <p:cNvSpPr/>
          <p:nvPr/>
        </p:nvSpPr>
        <p:spPr>
          <a:xfrm>
            <a:off x="594360" y="3785616"/>
            <a:ext cx="5303520" cy="237744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20" name="Shape 18"/>
          <p:cNvSpPr/>
          <p:nvPr/>
        </p:nvSpPr>
        <p:spPr>
          <a:xfrm>
            <a:off x="594360" y="3785616"/>
            <a:ext cx="64008" cy="2377440"/>
          </a:xfrm>
          <a:prstGeom prst="rect">
            <a:avLst/>
          </a:prstGeom>
          <a:solidFill>
            <a:srgbClr val="4A90D9"/>
          </a:solidFill>
          <a:ln/>
        </p:spPr>
      </p:sp>
      <p:sp>
        <p:nvSpPr>
          <p:cNvPr id="21" name="Text 19"/>
          <p:cNvSpPr/>
          <p:nvPr/>
        </p:nvSpPr>
        <p:spPr>
          <a:xfrm>
            <a:off x="758952" y="4041648"/>
            <a:ext cx="5138928" cy="1234440"/>
          </a:xfrm>
          <a:prstGeom prst="rect">
            <a:avLst/>
          </a:prstGeom>
          <a:noFill/>
          <a:ln/>
        </p:spPr>
        <p:txBody>
          <a:bodyPr wrap="square" rtlCol="0" anchor="ctr"/>
          <a:lstStyle/>
          <a:p>
            <a:pPr algn="ctr" indent="0" marL="0">
              <a:buNone/>
            </a:pPr>
            <a:r>
              <a:rPr lang="en-US" sz="6000" b="1" dirty="0">
                <a:solidFill>
                  <a:srgbClr val="2A1508"/>
                </a:solidFill>
                <a:latin typeface="Georgia" pitchFamily="34" charset="0"/>
                <a:ea typeface="Georgia" pitchFamily="34" charset="-122"/>
                <a:cs typeface="Georgia" pitchFamily="34" charset="-120"/>
              </a:rPr>
              <a:t>97</a:t>
            </a:r>
            <a:endParaRPr lang="en-US" sz="6000" dirty="0"/>
          </a:p>
        </p:txBody>
      </p:sp>
      <p:sp>
        <p:nvSpPr>
          <p:cNvPr id="22" name="Text 20"/>
          <p:cNvSpPr/>
          <p:nvPr/>
        </p:nvSpPr>
        <p:spPr>
          <a:xfrm>
            <a:off x="758952" y="5358384"/>
            <a:ext cx="5138928" cy="59436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TEACHERS REACHED</a:t>
            </a:r>
            <a:endParaRPr lang="en-US" sz="1100" dirty="0"/>
          </a:p>
        </p:txBody>
      </p:sp>
      <p:sp>
        <p:nvSpPr>
          <p:cNvPr id="23" name="Text 21"/>
          <p:cNvSpPr/>
          <p:nvPr/>
        </p:nvSpPr>
        <p:spPr>
          <a:xfrm>
            <a:off x="758952" y="5870448"/>
            <a:ext cx="5138928" cy="201168"/>
          </a:xfrm>
          <a:prstGeom prst="rect">
            <a:avLst/>
          </a:prstGeom>
          <a:noFill/>
          <a:ln/>
        </p:spPr>
        <p:txBody>
          <a:bodyPr wrap="square" rtlCol="0" anchor="ctr"/>
          <a:lstStyle/>
          <a:p>
            <a:pPr algn="ctr" indent="0" marL="0">
              <a:buNone/>
            </a:pPr>
            <a:r>
              <a:rPr lang="en-US" sz="850" spc="100" kern="0" dirty="0">
                <a:solidFill>
                  <a:srgbClr val="9B7B5A"/>
                </a:solidFill>
                <a:latin typeface="Calibri" pitchFamily="34" charset="0"/>
                <a:ea typeface="Calibri" pitchFamily="34" charset="-122"/>
                <a:cs typeface="Calibri" pitchFamily="34" charset="-120"/>
              </a:rPr>
              <a:t>across all activities</a:t>
            </a:r>
            <a:endParaRPr lang="en-US" sz="850" dirty="0"/>
          </a:p>
        </p:txBody>
      </p:sp>
      <p:sp>
        <p:nvSpPr>
          <p:cNvPr id="24" name="Shape 22"/>
          <p:cNvSpPr/>
          <p:nvPr/>
        </p:nvSpPr>
        <p:spPr>
          <a:xfrm>
            <a:off x="6044184" y="3785616"/>
            <a:ext cx="5303520" cy="237744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25" name="Shape 23"/>
          <p:cNvSpPr/>
          <p:nvPr/>
        </p:nvSpPr>
        <p:spPr>
          <a:xfrm>
            <a:off x="6044184" y="3785616"/>
            <a:ext cx="64008" cy="2377440"/>
          </a:xfrm>
          <a:prstGeom prst="rect">
            <a:avLst/>
          </a:prstGeom>
          <a:solidFill>
            <a:srgbClr val="4CAF50"/>
          </a:solidFill>
          <a:ln/>
        </p:spPr>
      </p:sp>
      <p:sp>
        <p:nvSpPr>
          <p:cNvPr id="26" name="Text 24"/>
          <p:cNvSpPr/>
          <p:nvPr/>
        </p:nvSpPr>
        <p:spPr>
          <a:xfrm>
            <a:off x="6208776" y="4041648"/>
            <a:ext cx="5138928" cy="1234440"/>
          </a:xfrm>
          <a:prstGeom prst="rect">
            <a:avLst/>
          </a:prstGeom>
          <a:noFill/>
          <a:ln/>
        </p:spPr>
        <p:txBody>
          <a:bodyPr wrap="square" rtlCol="0" anchor="ctr"/>
          <a:lstStyle/>
          <a:p>
            <a:pPr algn="ctr" indent="0" marL="0">
              <a:buNone/>
            </a:pPr>
            <a:r>
              <a:rPr lang="en-US" sz="6000" b="1" dirty="0">
                <a:solidFill>
                  <a:srgbClr val="2A1508"/>
                </a:solidFill>
                <a:latin typeface="Georgia" pitchFamily="34" charset="0"/>
                <a:ea typeface="Georgia" pitchFamily="34" charset="-122"/>
                <a:cs typeface="Georgia" pitchFamily="34" charset="-120"/>
              </a:rPr>
              <a:t>209</a:t>
            </a:r>
            <a:endParaRPr lang="en-US" sz="6000" dirty="0"/>
          </a:p>
        </p:txBody>
      </p:sp>
      <p:sp>
        <p:nvSpPr>
          <p:cNvPr id="27" name="Text 25"/>
          <p:cNvSpPr/>
          <p:nvPr/>
        </p:nvSpPr>
        <p:spPr>
          <a:xfrm>
            <a:off x="6208776" y="5358384"/>
            <a:ext cx="5138928" cy="59436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STUDENTS REACHED</a:t>
            </a:r>
            <a:endParaRPr lang="en-US" sz="1100" dirty="0"/>
          </a:p>
        </p:txBody>
      </p:sp>
      <p:sp>
        <p:nvSpPr>
          <p:cNvPr id="28" name="Text 26"/>
          <p:cNvSpPr/>
          <p:nvPr/>
        </p:nvSpPr>
        <p:spPr>
          <a:xfrm>
            <a:off x="6208776" y="5870448"/>
            <a:ext cx="5138928" cy="201168"/>
          </a:xfrm>
          <a:prstGeom prst="rect">
            <a:avLst/>
          </a:prstGeom>
          <a:noFill/>
          <a:ln/>
        </p:spPr>
        <p:txBody>
          <a:bodyPr wrap="square" rtlCol="0" anchor="ctr"/>
          <a:lstStyle/>
          <a:p>
            <a:pPr algn="ctr" indent="0" marL="0">
              <a:buNone/>
            </a:pPr>
            <a:r>
              <a:rPr lang="en-US" sz="850" spc="100" kern="0" dirty="0">
                <a:solidFill>
                  <a:srgbClr val="9B7B5A"/>
                </a:solidFill>
                <a:latin typeface="Calibri" pitchFamily="34" charset="0"/>
                <a:ea typeface="Calibri" pitchFamily="34" charset="-122"/>
                <a:cs typeface="Calibri" pitchFamily="34" charset="-120"/>
              </a:rPr>
              <a:t>through project activities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2A1508"/>
          </a:solidFill>
          <a:ln/>
        </p:spPr>
      </p:sp>
      <p:sp>
        <p:nvSpPr>
          <p:cNvPr id="3" name="Text 1"/>
          <p:cNvSpPr/>
          <p:nvPr/>
        </p:nvSpPr>
        <p:spPr>
          <a:xfrm>
            <a:off x="7132320" y="-731520"/>
            <a:ext cx="5029200" cy="4572000"/>
          </a:xfrm>
          <a:prstGeom prst="rect">
            <a:avLst/>
          </a:prstGeom>
          <a:noFill/>
          <a:ln/>
        </p:spPr>
        <p:txBody>
          <a:bodyPr wrap="square" lIns="0" tIns="0" rIns="0" bIns="0" rtlCol="0" anchor="ctr"/>
          <a:lstStyle/>
          <a:p>
            <a:pPr algn="r" indent="0" marL="0">
              <a:buNone/>
            </a:pPr>
            <a:r>
              <a:rPr lang="en-US" sz="28000" b="1" dirty="0">
                <a:solidFill>
                  <a:srgbClr val="C49A32">
                    <a:alpha val="9000"/>
                  </a:srgbClr>
                </a:solidFill>
                <a:latin typeface="Georgia" pitchFamily="34" charset="0"/>
                <a:ea typeface="Georgia" pitchFamily="34" charset="-122"/>
                <a:cs typeface="Georgia" pitchFamily="34" charset="-120"/>
              </a:rPr>
              <a:t>04</a:t>
            </a:r>
            <a:endParaRPr lang="en-US" sz="28000" dirty="0"/>
          </a:p>
        </p:txBody>
      </p:sp>
      <p:sp>
        <p:nvSpPr>
          <p:cNvPr id="4" name="Text 2"/>
          <p:cNvSpPr/>
          <p:nvPr/>
        </p:nvSpPr>
        <p:spPr>
          <a:xfrm>
            <a:off x="594360" y="201168"/>
            <a:ext cx="10972800" cy="256032"/>
          </a:xfrm>
          <a:prstGeom prst="rect">
            <a:avLst/>
          </a:prstGeom>
          <a:noFill/>
          <a:ln/>
        </p:spPr>
        <p:txBody>
          <a:bodyPr wrap="square" rtlCol="0" anchor="ctr"/>
          <a:lstStyle/>
          <a:p>
            <a:pPr indent="0" marL="0">
              <a:buNone/>
            </a:pPr>
            <a:r>
              <a:rPr lang="en-US" sz="850" b="1" spc="500" kern="0" dirty="0">
                <a:solidFill>
                  <a:srgbClr val="C49A32"/>
                </a:solidFill>
                <a:latin typeface="Calibri" pitchFamily="34" charset="0"/>
                <a:ea typeface="Calibri" pitchFamily="34" charset="-122"/>
                <a:cs typeface="Calibri" pitchFamily="34" charset="-120"/>
              </a:rPr>
              <a:t>DELIVERABLES</a:t>
            </a:r>
            <a:endParaRPr lang="en-US" sz="850" dirty="0"/>
          </a:p>
        </p:txBody>
      </p:sp>
      <p:sp>
        <p:nvSpPr>
          <p:cNvPr id="5" name="Text 3"/>
          <p:cNvSpPr/>
          <p:nvPr/>
        </p:nvSpPr>
        <p:spPr>
          <a:xfrm>
            <a:off x="594360" y="475488"/>
            <a:ext cx="10698480" cy="658368"/>
          </a:xfrm>
          <a:prstGeom prst="rect">
            <a:avLst/>
          </a:prstGeom>
          <a:noFill/>
          <a:ln/>
        </p:spPr>
        <p:txBody>
          <a:bodyPr wrap="square" rtlCol="0" anchor="ctr"/>
          <a:lstStyle/>
          <a:p>
            <a:pPr indent="0" marL="0">
              <a:buNone/>
            </a:pPr>
            <a:r>
              <a:rPr lang="en-US" sz="2800" b="1" dirty="0">
                <a:solidFill>
                  <a:srgbClr val="2A1508"/>
                </a:solidFill>
                <a:latin typeface="Georgia" pitchFamily="34" charset="0"/>
                <a:ea typeface="Georgia" pitchFamily="34" charset="-122"/>
                <a:cs typeface="Georgia" pitchFamily="34" charset="-120"/>
              </a:rPr>
              <a:t>Progress Against Plan</a:t>
            </a:r>
            <a:endParaRPr lang="en-US" sz="2800" dirty="0"/>
          </a:p>
        </p:txBody>
      </p:sp>
      <p:sp>
        <p:nvSpPr>
          <p:cNvPr id="6" name="Shape 4"/>
          <p:cNvSpPr/>
          <p:nvPr/>
        </p:nvSpPr>
        <p:spPr>
          <a:xfrm>
            <a:off x="0" y="6501384"/>
            <a:ext cx="12188952" cy="36576"/>
          </a:xfrm>
          <a:prstGeom prst="rect">
            <a:avLst/>
          </a:prstGeom>
          <a:solidFill>
            <a:srgbClr val="C49A32"/>
          </a:solidFill>
          <a:ln/>
        </p:spPr>
      </p:sp>
      <p:sp>
        <p:nvSpPr>
          <p:cNvPr id="7" name="Text 5"/>
          <p:cNvSpPr/>
          <p:nvPr/>
        </p:nvSpPr>
        <p:spPr>
          <a:xfrm>
            <a:off x="594360" y="6565392"/>
            <a:ext cx="5486400" cy="201168"/>
          </a:xfrm>
          <a:prstGeom prst="rect">
            <a:avLst/>
          </a:prstGeom>
          <a:noFill/>
          <a:ln/>
        </p:spPr>
        <p:txBody>
          <a:bodyPr wrap="square" rtlCol="0" anchor="ctr"/>
          <a:lstStyle/>
          <a:p>
            <a:pPr indent="0" marL="0">
              <a:buNone/>
            </a:pPr>
            <a:r>
              <a:rPr lang="en-US" sz="750" dirty="0">
                <a:solidFill>
                  <a:srgbClr val="9B7B5A"/>
                </a:solidFill>
                <a:latin typeface="Calibri" pitchFamily="34" charset="0"/>
                <a:ea typeface="Calibri" pitchFamily="34" charset="-122"/>
                <a:cs typeface="Calibri" pitchFamily="34" charset="-120"/>
              </a:rPr>
              <a:t>Vision Empower</a:t>
            </a:r>
            <a:endParaRPr lang="en-US" sz="750" dirty="0"/>
          </a:p>
        </p:txBody>
      </p:sp>
      <p:sp>
        <p:nvSpPr>
          <p:cNvPr id="8" name="Text 6"/>
          <p:cNvSpPr/>
          <p:nvPr/>
        </p:nvSpPr>
        <p:spPr>
          <a:xfrm>
            <a:off x="10515600" y="6565392"/>
            <a:ext cx="1463040" cy="201168"/>
          </a:xfrm>
          <a:prstGeom prst="rect">
            <a:avLst/>
          </a:prstGeom>
          <a:noFill/>
          <a:ln/>
        </p:spPr>
        <p:txBody>
          <a:bodyPr wrap="square" rtlCol="0" anchor="ctr"/>
          <a:lstStyle/>
          <a:p>
            <a:pPr algn="r" indent="0" marL="0">
              <a:buNone/>
            </a:pPr>
            <a:r>
              <a:rPr lang="en-US" sz="750" dirty="0">
                <a:solidFill>
                  <a:srgbClr val="9B7B5A"/>
                </a:solidFill>
                <a:latin typeface="Calibri" pitchFamily="34" charset="0"/>
                <a:ea typeface="Calibri" pitchFamily="34" charset="-122"/>
                <a:cs typeface="Calibri" pitchFamily="34" charset="-120"/>
              </a:rPr>
              <a:t>4 / 9</a:t>
            </a:r>
            <a:endParaRPr lang="en-US" sz="750" dirty="0"/>
          </a:p>
        </p:txBody>
      </p:sp>
      <p:sp>
        <p:nvSpPr>
          <p:cNvPr id="9" name="Text 7"/>
          <p:cNvSpPr/>
          <p:nvPr/>
        </p:nvSpPr>
        <p:spPr>
          <a:xfrm>
            <a:off x="594360" y="1261872"/>
            <a:ext cx="7315200" cy="292608"/>
          </a:xfrm>
          <a:prstGeom prst="rect">
            <a:avLst/>
          </a:prstGeom>
          <a:noFill/>
          <a:ln/>
        </p:spPr>
        <p:txBody>
          <a:bodyPr wrap="square" rtlCol="0" anchor="ctr"/>
          <a:lstStyle/>
          <a:p>
            <a:pPr indent="0" marL="0">
              <a:buNone/>
            </a:pPr>
            <a:r>
              <a:rPr lang="en-US" sz="1100" dirty="0">
                <a:solidFill>
                  <a:srgbClr val="9B7B5A"/>
                </a:solidFill>
                <a:latin typeface="Calibri" pitchFamily="34" charset="0"/>
                <a:ea typeface="Calibri" pitchFamily="34" charset="-122"/>
                <a:cs typeface="Calibri" pitchFamily="34" charset="-120"/>
              </a:rPr>
              <a:t>1 of 4 deliverables complete</a:t>
            </a:r>
            <a:endParaRPr lang="en-US" sz="1100" dirty="0"/>
          </a:p>
        </p:txBody>
      </p:sp>
      <p:sp>
        <p:nvSpPr>
          <p:cNvPr id="10" name="Shape 8"/>
          <p:cNvSpPr/>
          <p:nvPr/>
        </p:nvSpPr>
        <p:spPr>
          <a:xfrm>
            <a:off x="594360" y="1627632"/>
            <a:ext cx="11000232" cy="347472"/>
          </a:xfrm>
          <a:prstGeom prst="rect">
            <a:avLst/>
          </a:prstGeom>
          <a:solidFill>
            <a:srgbClr val="2A1508"/>
          </a:solidFill>
          <a:ln/>
        </p:spPr>
      </p:sp>
      <p:sp>
        <p:nvSpPr>
          <p:cNvPr id="11" name="Text 9"/>
          <p:cNvSpPr/>
          <p:nvPr/>
        </p:nvSpPr>
        <p:spPr>
          <a:xfrm>
            <a:off x="685800" y="1664208"/>
            <a:ext cx="4754880" cy="274320"/>
          </a:xfrm>
          <a:prstGeom prst="rect">
            <a:avLst/>
          </a:prstGeom>
          <a:noFill/>
          <a:ln/>
        </p:spPr>
        <p:txBody>
          <a:bodyPr wrap="square" rtlCol="0" anchor="ctr"/>
          <a:lstStyle/>
          <a:p>
            <a:pPr indent="0" marL="0">
              <a:buNone/>
            </a:pPr>
            <a:r>
              <a:rPr lang="en-US" sz="850" b="1" spc="100" kern="0" dirty="0">
                <a:solidFill>
                  <a:srgbClr val="EDD98A"/>
                </a:solidFill>
                <a:latin typeface="Calibri" pitchFamily="34" charset="0"/>
                <a:ea typeface="Calibri" pitchFamily="34" charset="-122"/>
                <a:cs typeface="Calibri" pitchFamily="34" charset="-120"/>
              </a:rPr>
              <a:t>DELIVERABLE</a:t>
            </a:r>
            <a:endParaRPr lang="en-US" sz="850" dirty="0"/>
          </a:p>
        </p:txBody>
      </p:sp>
      <p:sp>
        <p:nvSpPr>
          <p:cNvPr id="12" name="Text 10"/>
          <p:cNvSpPr/>
          <p:nvPr/>
        </p:nvSpPr>
        <p:spPr>
          <a:xfrm>
            <a:off x="5486400" y="1664208"/>
            <a:ext cx="1463040" cy="274320"/>
          </a:xfrm>
          <a:prstGeom prst="rect">
            <a:avLst/>
          </a:prstGeom>
          <a:noFill/>
          <a:ln/>
        </p:spPr>
        <p:txBody>
          <a:bodyPr wrap="square" rtlCol="0" anchor="ctr"/>
          <a:lstStyle/>
          <a:p>
            <a:pPr algn="ctr" indent="0" marL="0">
              <a:buNone/>
            </a:pPr>
            <a:r>
              <a:rPr lang="en-US" sz="850" b="1" spc="100" kern="0" dirty="0">
                <a:solidFill>
                  <a:srgbClr val="EDD98A"/>
                </a:solidFill>
                <a:latin typeface="Calibri" pitchFamily="34" charset="0"/>
                <a:ea typeface="Calibri" pitchFamily="34" charset="-122"/>
                <a:cs typeface="Calibri" pitchFamily="34" charset="-120"/>
              </a:rPr>
              <a:t>TARGET</a:t>
            </a:r>
            <a:endParaRPr lang="en-US" sz="850" dirty="0"/>
          </a:p>
        </p:txBody>
      </p:sp>
      <p:sp>
        <p:nvSpPr>
          <p:cNvPr id="13" name="Text 11"/>
          <p:cNvSpPr/>
          <p:nvPr/>
        </p:nvSpPr>
        <p:spPr>
          <a:xfrm>
            <a:off x="6995160" y="1664208"/>
            <a:ext cx="1554480" cy="274320"/>
          </a:xfrm>
          <a:prstGeom prst="rect">
            <a:avLst/>
          </a:prstGeom>
          <a:noFill/>
          <a:ln/>
        </p:spPr>
        <p:txBody>
          <a:bodyPr wrap="square" rtlCol="0" anchor="ctr"/>
          <a:lstStyle/>
          <a:p>
            <a:pPr algn="ctr" indent="0" marL="0">
              <a:buNone/>
            </a:pPr>
            <a:r>
              <a:rPr lang="en-US" sz="850" b="1" spc="100" kern="0" dirty="0">
                <a:solidFill>
                  <a:srgbClr val="EDD98A"/>
                </a:solidFill>
                <a:latin typeface="Calibri" pitchFamily="34" charset="0"/>
                <a:ea typeface="Calibri" pitchFamily="34" charset="-122"/>
                <a:cs typeface="Calibri" pitchFamily="34" charset="-120"/>
              </a:rPr>
              <a:t>ACHIEVED</a:t>
            </a:r>
            <a:endParaRPr lang="en-US" sz="850" dirty="0"/>
          </a:p>
        </p:txBody>
      </p:sp>
      <p:sp>
        <p:nvSpPr>
          <p:cNvPr id="14" name="Text 12"/>
          <p:cNvSpPr/>
          <p:nvPr/>
        </p:nvSpPr>
        <p:spPr>
          <a:xfrm>
            <a:off x="8595360" y="1664208"/>
            <a:ext cx="1828800" cy="274320"/>
          </a:xfrm>
          <a:prstGeom prst="rect">
            <a:avLst/>
          </a:prstGeom>
          <a:noFill/>
          <a:ln/>
        </p:spPr>
        <p:txBody>
          <a:bodyPr wrap="square" rtlCol="0" anchor="ctr"/>
          <a:lstStyle/>
          <a:p>
            <a:pPr algn="ctr" indent="0" marL="0">
              <a:buNone/>
            </a:pPr>
            <a:r>
              <a:rPr lang="en-US" sz="850" b="1" spc="100" kern="0" dirty="0">
                <a:solidFill>
                  <a:srgbClr val="EDD98A"/>
                </a:solidFill>
                <a:latin typeface="Calibri" pitchFamily="34" charset="0"/>
                <a:ea typeface="Calibri" pitchFamily="34" charset="-122"/>
                <a:cs typeface="Calibri" pitchFamily="34" charset="-120"/>
              </a:rPr>
              <a:t>PROGRESS</a:t>
            </a:r>
            <a:endParaRPr lang="en-US" sz="850" dirty="0"/>
          </a:p>
        </p:txBody>
      </p:sp>
      <p:sp>
        <p:nvSpPr>
          <p:cNvPr id="15" name="Text 13"/>
          <p:cNvSpPr/>
          <p:nvPr/>
        </p:nvSpPr>
        <p:spPr>
          <a:xfrm>
            <a:off x="10469880" y="1664208"/>
            <a:ext cx="1005840" cy="274320"/>
          </a:xfrm>
          <a:prstGeom prst="rect">
            <a:avLst/>
          </a:prstGeom>
          <a:noFill/>
          <a:ln/>
        </p:spPr>
        <p:txBody>
          <a:bodyPr wrap="square" rtlCol="0" anchor="ctr"/>
          <a:lstStyle/>
          <a:p>
            <a:pPr algn="ctr" indent="0" marL="0">
              <a:buNone/>
            </a:pPr>
            <a:r>
              <a:rPr lang="en-US" sz="850" b="1" spc="100" kern="0" dirty="0">
                <a:solidFill>
                  <a:srgbClr val="EDD98A"/>
                </a:solidFill>
                <a:latin typeface="Calibri" pitchFamily="34" charset="0"/>
                <a:ea typeface="Calibri" pitchFamily="34" charset="-122"/>
                <a:cs typeface="Calibri" pitchFamily="34" charset="-120"/>
              </a:rPr>
              <a:t>STATUS</a:t>
            </a:r>
            <a:endParaRPr lang="en-US" sz="850" dirty="0"/>
          </a:p>
        </p:txBody>
      </p:sp>
      <p:sp>
        <p:nvSpPr>
          <p:cNvPr id="16" name="Shape 14"/>
          <p:cNvSpPr/>
          <p:nvPr/>
        </p:nvSpPr>
        <p:spPr>
          <a:xfrm>
            <a:off x="594360" y="1975104"/>
            <a:ext cx="11000232" cy="502920"/>
          </a:xfrm>
          <a:prstGeom prst="rect">
            <a:avLst/>
          </a:prstGeom>
          <a:solidFill>
            <a:srgbClr val="FFFFFF"/>
          </a:solidFill>
          <a:ln/>
        </p:spPr>
      </p:sp>
      <p:sp>
        <p:nvSpPr>
          <p:cNvPr id="17" name="Text 15"/>
          <p:cNvSpPr/>
          <p:nvPr/>
        </p:nvSpPr>
        <p:spPr>
          <a:xfrm>
            <a:off x="685800" y="2066544"/>
            <a:ext cx="4663440" cy="320040"/>
          </a:xfrm>
          <a:prstGeom prst="rect">
            <a:avLst/>
          </a:prstGeom>
          <a:noFill/>
          <a:ln/>
        </p:spPr>
        <p:txBody>
          <a:bodyPr wrap="square" rtlCol="0" anchor="ctr"/>
          <a:lstStyle/>
          <a:p>
            <a:pPr indent="0" marL="0">
              <a:buNone/>
            </a:pPr>
            <a:r>
              <a:rPr lang="en-US" sz="1100" dirty="0">
                <a:solidFill>
                  <a:srgbClr val="2A1508"/>
                </a:solidFill>
                <a:latin typeface="Calibri" pitchFamily="34" charset="0"/>
                <a:ea typeface="Calibri" pitchFamily="34" charset="-122"/>
                <a:cs typeface="Calibri" pitchFamily="34" charset="-120"/>
              </a:rPr>
              <a:t>Teacher Training Workshops</a:t>
            </a:r>
            <a:endParaRPr lang="en-US" sz="1100" dirty="0"/>
          </a:p>
        </p:txBody>
      </p:sp>
      <p:sp>
        <p:nvSpPr>
          <p:cNvPr id="18" name="Text 16"/>
          <p:cNvSpPr/>
          <p:nvPr/>
        </p:nvSpPr>
        <p:spPr>
          <a:xfrm>
            <a:off x="5486400" y="2066544"/>
            <a:ext cx="1463040" cy="32004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120 teachers</a:t>
            </a:r>
            <a:endParaRPr lang="en-US" sz="1100" dirty="0"/>
          </a:p>
        </p:txBody>
      </p:sp>
      <p:sp>
        <p:nvSpPr>
          <p:cNvPr id="19" name="Text 17"/>
          <p:cNvSpPr/>
          <p:nvPr/>
        </p:nvSpPr>
        <p:spPr>
          <a:xfrm>
            <a:off x="6995160" y="2066544"/>
            <a:ext cx="1554480" cy="32004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87 teachers</a:t>
            </a:r>
            <a:endParaRPr lang="en-US" sz="1100" dirty="0"/>
          </a:p>
        </p:txBody>
      </p:sp>
      <p:sp>
        <p:nvSpPr>
          <p:cNvPr id="20" name="Shape 18"/>
          <p:cNvSpPr/>
          <p:nvPr/>
        </p:nvSpPr>
        <p:spPr>
          <a:xfrm>
            <a:off x="8595360" y="2322576"/>
            <a:ext cx="1828800" cy="82296"/>
          </a:xfrm>
          <a:prstGeom prst="rect">
            <a:avLst/>
          </a:prstGeom>
          <a:solidFill>
            <a:srgbClr val="E8DDD0"/>
          </a:solidFill>
          <a:ln/>
        </p:spPr>
      </p:sp>
      <p:sp>
        <p:nvSpPr>
          <p:cNvPr id="21" name="Shape 19"/>
          <p:cNvSpPr/>
          <p:nvPr/>
        </p:nvSpPr>
        <p:spPr>
          <a:xfrm>
            <a:off x="8595360" y="2322576"/>
            <a:ext cx="1335024" cy="82296"/>
          </a:xfrm>
          <a:prstGeom prst="rect">
            <a:avLst/>
          </a:prstGeom>
          <a:solidFill>
            <a:srgbClr val="2A1508"/>
          </a:solidFill>
          <a:ln/>
        </p:spPr>
      </p:sp>
      <p:sp>
        <p:nvSpPr>
          <p:cNvPr id="22" name="Text 20"/>
          <p:cNvSpPr/>
          <p:nvPr/>
        </p:nvSpPr>
        <p:spPr>
          <a:xfrm>
            <a:off x="10149840" y="2084832"/>
            <a:ext cx="292608" cy="274320"/>
          </a:xfrm>
          <a:prstGeom prst="rect">
            <a:avLst/>
          </a:prstGeom>
          <a:noFill/>
          <a:ln/>
        </p:spPr>
        <p:txBody>
          <a:bodyPr wrap="square" rtlCol="0" anchor="ctr"/>
          <a:lstStyle/>
          <a:p>
            <a:pPr algn="r" indent="0" marL="0">
              <a:buNone/>
            </a:pPr>
            <a:r>
              <a:rPr lang="en-US" sz="850" dirty="0">
                <a:solidFill>
                  <a:srgbClr val="9B7B5A"/>
                </a:solidFill>
                <a:latin typeface="Calibri" pitchFamily="34" charset="0"/>
                <a:ea typeface="Calibri" pitchFamily="34" charset="-122"/>
                <a:cs typeface="Calibri" pitchFamily="34" charset="-120"/>
              </a:rPr>
              <a:t>73%</a:t>
            </a:r>
            <a:endParaRPr lang="en-US" sz="850" dirty="0"/>
          </a:p>
        </p:txBody>
      </p:sp>
      <p:sp>
        <p:nvSpPr>
          <p:cNvPr id="23" name="Shape 21"/>
          <p:cNvSpPr/>
          <p:nvPr/>
        </p:nvSpPr>
        <p:spPr>
          <a:xfrm>
            <a:off x="10515600" y="2157984"/>
            <a:ext cx="137160" cy="137160"/>
          </a:xfrm>
          <a:prstGeom prst="ellipse">
            <a:avLst/>
          </a:prstGeom>
          <a:solidFill>
            <a:srgbClr val="C49A32"/>
          </a:solidFill>
          <a:ln/>
        </p:spPr>
      </p:sp>
      <p:sp>
        <p:nvSpPr>
          <p:cNvPr id="24" name="Shape 22"/>
          <p:cNvSpPr/>
          <p:nvPr/>
        </p:nvSpPr>
        <p:spPr>
          <a:xfrm>
            <a:off x="594360" y="2487168"/>
            <a:ext cx="11000232" cy="502920"/>
          </a:xfrm>
          <a:prstGeom prst="rect">
            <a:avLst/>
          </a:prstGeom>
          <a:solidFill>
            <a:srgbClr val="F7F3EE"/>
          </a:solidFill>
          <a:ln/>
        </p:spPr>
      </p:sp>
      <p:sp>
        <p:nvSpPr>
          <p:cNvPr id="25" name="Text 23"/>
          <p:cNvSpPr/>
          <p:nvPr/>
        </p:nvSpPr>
        <p:spPr>
          <a:xfrm>
            <a:off x="685800" y="2578608"/>
            <a:ext cx="4663440" cy="320040"/>
          </a:xfrm>
          <a:prstGeom prst="rect">
            <a:avLst/>
          </a:prstGeom>
          <a:noFill/>
          <a:ln/>
        </p:spPr>
        <p:txBody>
          <a:bodyPr wrap="square" rtlCol="0" anchor="ctr"/>
          <a:lstStyle/>
          <a:p>
            <a:pPr indent="0" marL="0">
              <a:buNone/>
            </a:pPr>
            <a:r>
              <a:rPr lang="en-US" sz="1100" b="1" dirty="0">
                <a:solidFill>
                  <a:srgbClr val="2A1508"/>
                </a:solidFill>
                <a:latin typeface="Calibri" pitchFamily="34" charset="0"/>
                <a:ea typeface="Calibri" pitchFamily="34" charset="-122"/>
                <a:cs typeface="Calibri" pitchFamily="34" charset="-120"/>
              </a:rPr>
              <a:t>School Resource Kits Distributed</a:t>
            </a:r>
            <a:endParaRPr lang="en-US" sz="1100" dirty="0"/>
          </a:p>
        </p:txBody>
      </p:sp>
      <p:sp>
        <p:nvSpPr>
          <p:cNvPr id="26" name="Text 24"/>
          <p:cNvSpPr/>
          <p:nvPr/>
        </p:nvSpPr>
        <p:spPr>
          <a:xfrm>
            <a:off x="5486400" y="2578608"/>
            <a:ext cx="1463040" cy="32004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50 kits</a:t>
            </a:r>
            <a:endParaRPr lang="en-US" sz="1100" dirty="0"/>
          </a:p>
        </p:txBody>
      </p:sp>
      <p:sp>
        <p:nvSpPr>
          <p:cNvPr id="27" name="Text 25"/>
          <p:cNvSpPr/>
          <p:nvPr/>
        </p:nvSpPr>
        <p:spPr>
          <a:xfrm>
            <a:off x="6995160" y="2578608"/>
            <a:ext cx="1554480" cy="320040"/>
          </a:xfrm>
          <a:prstGeom prst="rect">
            <a:avLst/>
          </a:prstGeom>
          <a:noFill/>
          <a:ln/>
        </p:spPr>
        <p:txBody>
          <a:bodyPr wrap="square" rtlCol="0" anchor="ctr"/>
          <a:lstStyle/>
          <a:p>
            <a:pPr algn="ctr" indent="0" marL="0">
              <a:buNone/>
            </a:pPr>
            <a:r>
              <a:rPr lang="en-US" sz="1100" b="1" dirty="0">
                <a:solidFill>
                  <a:srgbClr val="C49A32"/>
                </a:solidFill>
                <a:latin typeface="Calibri" pitchFamily="34" charset="0"/>
                <a:ea typeface="Calibri" pitchFamily="34" charset="-122"/>
                <a:cs typeface="Calibri" pitchFamily="34" charset="-120"/>
              </a:rPr>
              <a:t>50 kits</a:t>
            </a:r>
            <a:endParaRPr lang="en-US" sz="1100" dirty="0"/>
          </a:p>
        </p:txBody>
      </p:sp>
      <p:sp>
        <p:nvSpPr>
          <p:cNvPr id="28" name="Shape 26"/>
          <p:cNvSpPr/>
          <p:nvPr/>
        </p:nvSpPr>
        <p:spPr>
          <a:xfrm>
            <a:off x="8595360" y="2834640"/>
            <a:ext cx="1828800" cy="82296"/>
          </a:xfrm>
          <a:prstGeom prst="rect">
            <a:avLst/>
          </a:prstGeom>
          <a:solidFill>
            <a:srgbClr val="E8DDD0"/>
          </a:solidFill>
          <a:ln/>
        </p:spPr>
      </p:sp>
      <p:sp>
        <p:nvSpPr>
          <p:cNvPr id="29" name="Shape 27"/>
          <p:cNvSpPr/>
          <p:nvPr/>
        </p:nvSpPr>
        <p:spPr>
          <a:xfrm>
            <a:off x="8595360" y="2834640"/>
            <a:ext cx="1828800" cy="82296"/>
          </a:xfrm>
          <a:prstGeom prst="rect">
            <a:avLst/>
          </a:prstGeom>
          <a:solidFill>
            <a:srgbClr val="C49A32"/>
          </a:solidFill>
          <a:ln/>
        </p:spPr>
      </p:sp>
      <p:sp>
        <p:nvSpPr>
          <p:cNvPr id="30" name="Text 28"/>
          <p:cNvSpPr/>
          <p:nvPr/>
        </p:nvSpPr>
        <p:spPr>
          <a:xfrm>
            <a:off x="10149840" y="2596896"/>
            <a:ext cx="292608" cy="274320"/>
          </a:xfrm>
          <a:prstGeom prst="rect">
            <a:avLst/>
          </a:prstGeom>
          <a:noFill/>
          <a:ln/>
        </p:spPr>
        <p:txBody>
          <a:bodyPr wrap="square" rtlCol="0" anchor="ctr"/>
          <a:lstStyle/>
          <a:p>
            <a:pPr algn="r" indent="0" marL="0">
              <a:buNone/>
            </a:pPr>
            <a:r>
              <a:rPr lang="en-US" sz="850" dirty="0">
                <a:solidFill>
                  <a:srgbClr val="C49A32"/>
                </a:solidFill>
                <a:latin typeface="Calibri" pitchFamily="34" charset="0"/>
                <a:ea typeface="Calibri" pitchFamily="34" charset="-122"/>
                <a:cs typeface="Calibri" pitchFamily="34" charset="-120"/>
              </a:rPr>
              <a:t>100%</a:t>
            </a:r>
            <a:endParaRPr lang="en-US" sz="850" dirty="0"/>
          </a:p>
        </p:txBody>
      </p:sp>
      <p:sp>
        <p:nvSpPr>
          <p:cNvPr id="31" name="Shape 29"/>
          <p:cNvSpPr/>
          <p:nvPr/>
        </p:nvSpPr>
        <p:spPr>
          <a:xfrm>
            <a:off x="10515600" y="2670048"/>
            <a:ext cx="137160" cy="137160"/>
          </a:xfrm>
          <a:prstGeom prst="ellipse">
            <a:avLst/>
          </a:prstGeom>
          <a:solidFill>
            <a:srgbClr val="4CAF50"/>
          </a:solidFill>
          <a:ln/>
        </p:spPr>
      </p:sp>
      <p:sp>
        <p:nvSpPr>
          <p:cNvPr id="32" name="Shape 30"/>
          <p:cNvSpPr/>
          <p:nvPr/>
        </p:nvSpPr>
        <p:spPr>
          <a:xfrm>
            <a:off x="594360" y="2999232"/>
            <a:ext cx="11000232" cy="502920"/>
          </a:xfrm>
          <a:prstGeom prst="rect">
            <a:avLst/>
          </a:prstGeom>
          <a:solidFill>
            <a:srgbClr val="FFFFFF"/>
          </a:solidFill>
          <a:ln/>
        </p:spPr>
      </p:sp>
      <p:sp>
        <p:nvSpPr>
          <p:cNvPr id="33" name="Text 31"/>
          <p:cNvSpPr/>
          <p:nvPr/>
        </p:nvSpPr>
        <p:spPr>
          <a:xfrm>
            <a:off x="685800" y="3090672"/>
            <a:ext cx="4663440" cy="320040"/>
          </a:xfrm>
          <a:prstGeom prst="rect">
            <a:avLst/>
          </a:prstGeom>
          <a:noFill/>
          <a:ln/>
        </p:spPr>
        <p:txBody>
          <a:bodyPr wrap="square" rtlCol="0" anchor="ctr"/>
          <a:lstStyle/>
          <a:p>
            <a:pPr indent="0" marL="0">
              <a:buNone/>
            </a:pPr>
            <a:r>
              <a:rPr lang="en-US" sz="1100" dirty="0">
                <a:solidFill>
                  <a:srgbClr val="2A1508"/>
                </a:solidFill>
                <a:latin typeface="Calibri" pitchFamily="34" charset="0"/>
                <a:ea typeface="Calibri" pitchFamily="34" charset="-122"/>
                <a:cs typeface="Calibri" pitchFamily="34" charset="-120"/>
              </a:rPr>
              <a:t>Student Assessment Reports</a:t>
            </a:r>
            <a:endParaRPr lang="en-US" sz="1100" dirty="0"/>
          </a:p>
        </p:txBody>
      </p:sp>
      <p:sp>
        <p:nvSpPr>
          <p:cNvPr id="34" name="Text 32"/>
          <p:cNvSpPr/>
          <p:nvPr/>
        </p:nvSpPr>
        <p:spPr>
          <a:xfrm>
            <a:off x="5486400" y="3090672"/>
            <a:ext cx="1463040" cy="32004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500 students</a:t>
            </a:r>
            <a:endParaRPr lang="en-US" sz="1100" dirty="0"/>
          </a:p>
        </p:txBody>
      </p:sp>
      <p:sp>
        <p:nvSpPr>
          <p:cNvPr id="35" name="Text 33"/>
          <p:cNvSpPr/>
          <p:nvPr/>
        </p:nvSpPr>
        <p:spPr>
          <a:xfrm>
            <a:off x="6995160" y="3090672"/>
            <a:ext cx="1554480" cy="32004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312 students</a:t>
            </a:r>
            <a:endParaRPr lang="en-US" sz="1100" dirty="0"/>
          </a:p>
        </p:txBody>
      </p:sp>
      <p:sp>
        <p:nvSpPr>
          <p:cNvPr id="36" name="Shape 34"/>
          <p:cNvSpPr/>
          <p:nvPr/>
        </p:nvSpPr>
        <p:spPr>
          <a:xfrm>
            <a:off x="8595360" y="3346704"/>
            <a:ext cx="1828800" cy="82296"/>
          </a:xfrm>
          <a:prstGeom prst="rect">
            <a:avLst/>
          </a:prstGeom>
          <a:solidFill>
            <a:srgbClr val="E8DDD0"/>
          </a:solidFill>
          <a:ln/>
        </p:spPr>
      </p:sp>
      <p:sp>
        <p:nvSpPr>
          <p:cNvPr id="37" name="Shape 35"/>
          <p:cNvSpPr/>
          <p:nvPr/>
        </p:nvSpPr>
        <p:spPr>
          <a:xfrm>
            <a:off x="8595360" y="3346704"/>
            <a:ext cx="1133856" cy="82296"/>
          </a:xfrm>
          <a:prstGeom prst="rect">
            <a:avLst/>
          </a:prstGeom>
          <a:solidFill>
            <a:srgbClr val="2A1508"/>
          </a:solidFill>
          <a:ln/>
        </p:spPr>
      </p:sp>
      <p:sp>
        <p:nvSpPr>
          <p:cNvPr id="38" name="Text 36"/>
          <p:cNvSpPr/>
          <p:nvPr/>
        </p:nvSpPr>
        <p:spPr>
          <a:xfrm>
            <a:off x="10149840" y="3108960"/>
            <a:ext cx="292608" cy="274320"/>
          </a:xfrm>
          <a:prstGeom prst="rect">
            <a:avLst/>
          </a:prstGeom>
          <a:noFill/>
          <a:ln/>
        </p:spPr>
        <p:txBody>
          <a:bodyPr wrap="square" rtlCol="0" anchor="ctr"/>
          <a:lstStyle/>
          <a:p>
            <a:pPr algn="r" indent="0" marL="0">
              <a:buNone/>
            </a:pPr>
            <a:r>
              <a:rPr lang="en-US" sz="850" dirty="0">
                <a:solidFill>
                  <a:srgbClr val="9B7B5A"/>
                </a:solidFill>
                <a:latin typeface="Calibri" pitchFamily="34" charset="0"/>
                <a:ea typeface="Calibri" pitchFamily="34" charset="-122"/>
                <a:cs typeface="Calibri" pitchFamily="34" charset="-120"/>
              </a:rPr>
              <a:t>62%</a:t>
            </a:r>
            <a:endParaRPr lang="en-US" sz="850" dirty="0"/>
          </a:p>
        </p:txBody>
      </p:sp>
      <p:sp>
        <p:nvSpPr>
          <p:cNvPr id="39" name="Shape 37"/>
          <p:cNvSpPr/>
          <p:nvPr/>
        </p:nvSpPr>
        <p:spPr>
          <a:xfrm>
            <a:off x="10515600" y="3182112"/>
            <a:ext cx="137160" cy="137160"/>
          </a:xfrm>
          <a:prstGeom prst="ellipse">
            <a:avLst/>
          </a:prstGeom>
          <a:solidFill>
            <a:srgbClr val="C49A32"/>
          </a:solidFill>
          <a:ln/>
        </p:spPr>
      </p:sp>
      <p:sp>
        <p:nvSpPr>
          <p:cNvPr id="40" name="Shape 38"/>
          <p:cNvSpPr/>
          <p:nvPr/>
        </p:nvSpPr>
        <p:spPr>
          <a:xfrm>
            <a:off x="594360" y="3511296"/>
            <a:ext cx="11000232" cy="502920"/>
          </a:xfrm>
          <a:prstGeom prst="rect">
            <a:avLst/>
          </a:prstGeom>
          <a:solidFill>
            <a:srgbClr val="F7F3EE"/>
          </a:solidFill>
          <a:ln/>
        </p:spPr>
      </p:sp>
      <p:sp>
        <p:nvSpPr>
          <p:cNvPr id="41" name="Text 39"/>
          <p:cNvSpPr/>
          <p:nvPr/>
        </p:nvSpPr>
        <p:spPr>
          <a:xfrm>
            <a:off x="685800" y="3602736"/>
            <a:ext cx="4663440" cy="320040"/>
          </a:xfrm>
          <a:prstGeom prst="rect">
            <a:avLst/>
          </a:prstGeom>
          <a:noFill/>
          <a:ln/>
        </p:spPr>
        <p:txBody>
          <a:bodyPr wrap="square" rtlCol="0" anchor="ctr"/>
          <a:lstStyle/>
          <a:p>
            <a:pPr indent="0" marL="0">
              <a:buNone/>
            </a:pPr>
            <a:r>
              <a:rPr lang="en-US" sz="1100" dirty="0">
                <a:solidFill>
                  <a:srgbClr val="2A1508"/>
                </a:solidFill>
                <a:latin typeface="Calibri" pitchFamily="34" charset="0"/>
                <a:ea typeface="Calibri" pitchFamily="34" charset="-122"/>
                <a:cs typeface="Calibri" pitchFamily="34" charset="-120"/>
              </a:rPr>
              <a:t>Peer Learning Networks Formed</a:t>
            </a:r>
            <a:endParaRPr lang="en-US" sz="1100" dirty="0"/>
          </a:p>
        </p:txBody>
      </p:sp>
      <p:sp>
        <p:nvSpPr>
          <p:cNvPr id="42" name="Text 40"/>
          <p:cNvSpPr/>
          <p:nvPr/>
        </p:nvSpPr>
        <p:spPr>
          <a:xfrm>
            <a:off x="5486400" y="3602736"/>
            <a:ext cx="1463040" cy="32004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10 networks</a:t>
            </a:r>
            <a:endParaRPr lang="en-US" sz="1100" dirty="0"/>
          </a:p>
        </p:txBody>
      </p:sp>
      <p:sp>
        <p:nvSpPr>
          <p:cNvPr id="43" name="Text 41"/>
          <p:cNvSpPr/>
          <p:nvPr/>
        </p:nvSpPr>
        <p:spPr>
          <a:xfrm>
            <a:off x="6995160" y="3602736"/>
            <a:ext cx="1554480" cy="320040"/>
          </a:xfrm>
          <a:prstGeom prst="rect">
            <a:avLst/>
          </a:prstGeom>
          <a:noFill/>
          <a:ln/>
        </p:spPr>
        <p:txBody>
          <a:bodyPr wrap="square" rtlCol="0" anchor="ctr"/>
          <a:lstStyle/>
          <a:p>
            <a:pPr algn="ctr" indent="0" marL="0">
              <a:buNone/>
            </a:pPr>
            <a:r>
              <a:rPr lang="en-US" sz="1100" dirty="0">
                <a:solidFill>
                  <a:srgbClr val="3D2010"/>
                </a:solidFill>
                <a:latin typeface="Calibri" pitchFamily="34" charset="0"/>
                <a:ea typeface="Calibri" pitchFamily="34" charset="-122"/>
                <a:cs typeface="Calibri" pitchFamily="34" charset="-120"/>
              </a:rPr>
              <a:t>4 networks</a:t>
            </a:r>
            <a:endParaRPr lang="en-US" sz="1100" dirty="0"/>
          </a:p>
        </p:txBody>
      </p:sp>
      <p:sp>
        <p:nvSpPr>
          <p:cNvPr id="44" name="Shape 42"/>
          <p:cNvSpPr/>
          <p:nvPr/>
        </p:nvSpPr>
        <p:spPr>
          <a:xfrm>
            <a:off x="8595360" y="3858768"/>
            <a:ext cx="1828800" cy="82296"/>
          </a:xfrm>
          <a:prstGeom prst="rect">
            <a:avLst/>
          </a:prstGeom>
          <a:solidFill>
            <a:srgbClr val="E8DDD0"/>
          </a:solidFill>
          <a:ln/>
        </p:spPr>
      </p:sp>
      <p:sp>
        <p:nvSpPr>
          <p:cNvPr id="45" name="Shape 43"/>
          <p:cNvSpPr/>
          <p:nvPr/>
        </p:nvSpPr>
        <p:spPr>
          <a:xfrm>
            <a:off x="8595360" y="3858768"/>
            <a:ext cx="731520" cy="82296"/>
          </a:xfrm>
          <a:prstGeom prst="rect">
            <a:avLst/>
          </a:prstGeom>
          <a:solidFill>
            <a:srgbClr val="2A1508"/>
          </a:solidFill>
          <a:ln/>
        </p:spPr>
      </p:sp>
      <p:sp>
        <p:nvSpPr>
          <p:cNvPr id="46" name="Text 44"/>
          <p:cNvSpPr/>
          <p:nvPr/>
        </p:nvSpPr>
        <p:spPr>
          <a:xfrm>
            <a:off x="10149840" y="3621024"/>
            <a:ext cx="292608" cy="274320"/>
          </a:xfrm>
          <a:prstGeom prst="rect">
            <a:avLst/>
          </a:prstGeom>
          <a:noFill/>
          <a:ln/>
        </p:spPr>
        <p:txBody>
          <a:bodyPr wrap="square" rtlCol="0" anchor="ctr"/>
          <a:lstStyle/>
          <a:p>
            <a:pPr algn="r" indent="0" marL="0">
              <a:buNone/>
            </a:pPr>
            <a:r>
              <a:rPr lang="en-US" sz="850" dirty="0">
                <a:solidFill>
                  <a:srgbClr val="9B7B5A"/>
                </a:solidFill>
                <a:latin typeface="Calibri" pitchFamily="34" charset="0"/>
                <a:ea typeface="Calibri" pitchFamily="34" charset="-122"/>
                <a:cs typeface="Calibri" pitchFamily="34" charset="-120"/>
              </a:rPr>
              <a:t>40%</a:t>
            </a:r>
            <a:endParaRPr lang="en-US" sz="850" dirty="0"/>
          </a:p>
        </p:txBody>
      </p:sp>
      <p:sp>
        <p:nvSpPr>
          <p:cNvPr id="47" name="Shape 45"/>
          <p:cNvSpPr/>
          <p:nvPr/>
        </p:nvSpPr>
        <p:spPr>
          <a:xfrm>
            <a:off x="10515600" y="3694176"/>
            <a:ext cx="137160" cy="137160"/>
          </a:xfrm>
          <a:prstGeom prst="ellipse">
            <a:avLst/>
          </a:prstGeom>
          <a:solidFill>
            <a:srgbClr val="C49A32"/>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2A1508"/>
          </a:solidFill>
          <a:ln/>
        </p:spPr>
      </p:sp>
      <p:sp>
        <p:nvSpPr>
          <p:cNvPr id="3" name="Text 1"/>
          <p:cNvSpPr/>
          <p:nvPr/>
        </p:nvSpPr>
        <p:spPr>
          <a:xfrm>
            <a:off x="7132320" y="-731520"/>
            <a:ext cx="5029200" cy="4572000"/>
          </a:xfrm>
          <a:prstGeom prst="rect">
            <a:avLst/>
          </a:prstGeom>
          <a:noFill/>
          <a:ln/>
        </p:spPr>
        <p:txBody>
          <a:bodyPr wrap="square" lIns="0" tIns="0" rIns="0" bIns="0" rtlCol="0" anchor="ctr"/>
          <a:lstStyle/>
          <a:p>
            <a:pPr algn="r" indent="0" marL="0">
              <a:buNone/>
            </a:pPr>
            <a:r>
              <a:rPr lang="en-US" sz="28000" b="1" dirty="0">
                <a:solidFill>
                  <a:srgbClr val="C49A32">
                    <a:alpha val="9000"/>
                  </a:srgbClr>
                </a:solidFill>
                <a:latin typeface="Georgia" pitchFamily="34" charset="0"/>
                <a:ea typeface="Georgia" pitchFamily="34" charset="-122"/>
                <a:cs typeface="Georgia" pitchFamily="34" charset="-120"/>
              </a:rPr>
              <a:t>05</a:t>
            </a:r>
            <a:endParaRPr lang="en-US" sz="28000" dirty="0"/>
          </a:p>
        </p:txBody>
      </p:sp>
      <p:sp>
        <p:nvSpPr>
          <p:cNvPr id="4" name="Text 2"/>
          <p:cNvSpPr/>
          <p:nvPr/>
        </p:nvSpPr>
        <p:spPr>
          <a:xfrm>
            <a:off x="594360" y="201168"/>
            <a:ext cx="10972800" cy="256032"/>
          </a:xfrm>
          <a:prstGeom prst="rect">
            <a:avLst/>
          </a:prstGeom>
          <a:noFill/>
          <a:ln/>
        </p:spPr>
        <p:txBody>
          <a:bodyPr wrap="square" rtlCol="0" anchor="ctr"/>
          <a:lstStyle/>
          <a:p>
            <a:pPr indent="0" marL="0">
              <a:buNone/>
            </a:pPr>
            <a:r>
              <a:rPr lang="en-US" sz="850" b="1" spc="500" kern="0" dirty="0">
                <a:solidFill>
                  <a:srgbClr val="C49A32"/>
                </a:solidFill>
                <a:latin typeface="Calibri" pitchFamily="34" charset="0"/>
                <a:ea typeface="Calibri" pitchFamily="34" charset="-122"/>
                <a:cs typeface="Calibri" pitchFamily="34" charset="-120"/>
              </a:rPr>
              <a:t>ACTIVITIES</a:t>
            </a:r>
            <a:endParaRPr lang="en-US" sz="850" dirty="0"/>
          </a:p>
        </p:txBody>
      </p:sp>
      <p:sp>
        <p:nvSpPr>
          <p:cNvPr id="5" name="Text 3"/>
          <p:cNvSpPr/>
          <p:nvPr/>
        </p:nvSpPr>
        <p:spPr>
          <a:xfrm>
            <a:off x="594360" y="475488"/>
            <a:ext cx="10698480" cy="658368"/>
          </a:xfrm>
          <a:prstGeom prst="rect">
            <a:avLst/>
          </a:prstGeom>
          <a:noFill/>
          <a:ln/>
        </p:spPr>
        <p:txBody>
          <a:bodyPr wrap="square" rtlCol="0" anchor="ctr"/>
          <a:lstStyle/>
          <a:p>
            <a:pPr indent="0" marL="0">
              <a:buNone/>
            </a:pPr>
            <a:r>
              <a:rPr lang="en-US" sz="2800" b="1" dirty="0">
                <a:solidFill>
                  <a:srgbClr val="2A1508"/>
                </a:solidFill>
                <a:latin typeface="Georgia" pitchFamily="34" charset="0"/>
                <a:ea typeface="Georgia" pitchFamily="34" charset="-122"/>
                <a:cs typeface="Georgia" pitchFamily="34" charset="-120"/>
              </a:rPr>
              <a:t>Field Activities &amp; Reach</a:t>
            </a:r>
            <a:endParaRPr lang="en-US" sz="2800" dirty="0"/>
          </a:p>
        </p:txBody>
      </p:sp>
      <p:sp>
        <p:nvSpPr>
          <p:cNvPr id="6" name="Shape 4"/>
          <p:cNvSpPr/>
          <p:nvPr/>
        </p:nvSpPr>
        <p:spPr>
          <a:xfrm>
            <a:off x="0" y="6501384"/>
            <a:ext cx="12188952" cy="36576"/>
          </a:xfrm>
          <a:prstGeom prst="rect">
            <a:avLst/>
          </a:prstGeom>
          <a:solidFill>
            <a:srgbClr val="C49A32"/>
          </a:solidFill>
          <a:ln/>
        </p:spPr>
      </p:sp>
      <p:sp>
        <p:nvSpPr>
          <p:cNvPr id="7" name="Text 5"/>
          <p:cNvSpPr/>
          <p:nvPr/>
        </p:nvSpPr>
        <p:spPr>
          <a:xfrm>
            <a:off x="594360" y="6565392"/>
            <a:ext cx="5486400" cy="201168"/>
          </a:xfrm>
          <a:prstGeom prst="rect">
            <a:avLst/>
          </a:prstGeom>
          <a:noFill/>
          <a:ln/>
        </p:spPr>
        <p:txBody>
          <a:bodyPr wrap="square" rtlCol="0" anchor="ctr"/>
          <a:lstStyle/>
          <a:p>
            <a:pPr indent="0" marL="0">
              <a:buNone/>
            </a:pPr>
            <a:r>
              <a:rPr lang="en-US" sz="750" dirty="0">
                <a:solidFill>
                  <a:srgbClr val="9B7B5A"/>
                </a:solidFill>
                <a:latin typeface="Calibri" pitchFamily="34" charset="0"/>
                <a:ea typeface="Calibri" pitchFamily="34" charset="-122"/>
                <a:cs typeface="Calibri" pitchFamily="34" charset="-120"/>
              </a:rPr>
              <a:t>Vision Empower</a:t>
            </a:r>
            <a:endParaRPr lang="en-US" sz="750" dirty="0"/>
          </a:p>
        </p:txBody>
      </p:sp>
      <p:sp>
        <p:nvSpPr>
          <p:cNvPr id="8" name="Text 6"/>
          <p:cNvSpPr/>
          <p:nvPr/>
        </p:nvSpPr>
        <p:spPr>
          <a:xfrm>
            <a:off x="10515600" y="6565392"/>
            <a:ext cx="1463040" cy="201168"/>
          </a:xfrm>
          <a:prstGeom prst="rect">
            <a:avLst/>
          </a:prstGeom>
          <a:noFill/>
          <a:ln/>
        </p:spPr>
        <p:txBody>
          <a:bodyPr wrap="square" rtlCol="0" anchor="ctr"/>
          <a:lstStyle/>
          <a:p>
            <a:pPr algn="r" indent="0" marL="0">
              <a:buNone/>
            </a:pPr>
            <a:r>
              <a:rPr lang="en-US" sz="750" dirty="0">
                <a:solidFill>
                  <a:srgbClr val="9B7B5A"/>
                </a:solidFill>
                <a:latin typeface="Calibri" pitchFamily="34" charset="0"/>
                <a:ea typeface="Calibri" pitchFamily="34" charset="-122"/>
                <a:cs typeface="Calibri" pitchFamily="34" charset="-120"/>
              </a:rPr>
              <a:t>5 / 9</a:t>
            </a:r>
            <a:endParaRPr lang="en-US" sz="750" dirty="0"/>
          </a:p>
        </p:txBody>
      </p:sp>
      <p:sp>
        <p:nvSpPr>
          <p:cNvPr id="9" name="Shape 7"/>
          <p:cNvSpPr/>
          <p:nvPr/>
        </p:nvSpPr>
        <p:spPr>
          <a:xfrm>
            <a:off x="594360" y="1435608"/>
            <a:ext cx="201168" cy="201168"/>
          </a:xfrm>
          <a:prstGeom prst="ellipse">
            <a:avLst/>
          </a:prstGeom>
          <a:solidFill>
            <a:srgbClr val="C49A32"/>
          </a:solidFill>
          <a:ln/>
        </p:spPr>
      </p:sp>
      <p:sp>
        <p:nvSpPr>
          <p:cNvPr id="10" name="Shape 8"/>
          <p:cNvSpPr/>
          <p:nvPr/>
        </p:nvSpPr>
        <p:spPr>
          <a:xfrm>
            <a:off x="672084" y="1627632"/>
            <a:ext cx="64008" cy="960120"/>
          </a:xfrm>
          <a:prstGeom prst="rect">
            <a:avLst/>
          </a:prstGeom>
          <a:solidFill>
            <a:srgbClr val="E8DDD0"/>
          </a:solidFill>
          <a:ln/>
        </p:spPr>
      </p:sp>
      <p:sp>
        <p:nvSpPr>
          <p:cNvPr id="11" name="Text 9"/>
          <p:cNvSpPr/>
          <p:nvPr/>
        </p:nvSpPr>
        <p:spPr>
          <a:xfrm>
            <a:off x="960120" y="1280160"/>
            <a:ext cx="10104120" cy="347472"/>
          </a:xfrm>
          <a:prstGeom prst="rect">
            <a:avLst/>
          </a:prstGeom>
          <a:noFill/>
          <a:ln/>
        </p:spPr>
        <p:txBody>
          <a:bodyPr wrap="square" rtlCol="0" anchor="ctr"/>
          <a:lstStyle/>
          <a:p>
            <a:pPr indent="0" marL="0">
              <a:buNone/>
            </a:pPr>
            <a:r>
              <a:rPr lang="en-US" sz="1200" b="1" dirty="0">
                <a:solidFill>
                  <a:srgbClr val="2A1508"/>
                </a:solidFill>
                <a:latin typeface="Calibri" pitchFamily="34" charset="0"/>
                <a:ea typeface="Calibri" pitchFamily="34" charset="-122"/>
                <a:cs typeface="Calibri" pitchFamily="34" charset="-120"/>
              </a:rPr>
              <a:t>Teacher Training Workshop — Bengaluru Batch 1</a:t>
            </a:r>
            <a:endParaRPr lang="en-US" sz="1200" dirty="0"/>
          </a:p>
        </p:txBody>
      </p:sp>
      <p:sp>
        <p:nvSpPr>
          <p:cNvPr id="12" name="Text 10"/>
          <p:cNvSpPr/>
          <p:nvPr/>
        </p:nvSpPr>
        <p:spPr>
          <a:xfrm>
            <a:off x="960120" y="1627632"/>
            <a:ext cx="10104120" cy="201168"/>
          </a:xfrm>
          <a:prstGeom prst="rect">
            <a:avLst/>
          </a:prstGeom>
          <a:noFill/>
          <a:ln/>
        </p:spPr>
        <p:txBody>
          <a:bodyPr wrap="square" rtlCol="0" anchor="ctr"/>
          <a:lstStyle/>
          <a:p>
            <a:pPr indent="0" marL="0">
              <a:buNone/>
            </a:pPr>
            <a:r>
              <a:rPr lang="en-US" sz="900" dirty="0">
                <a:solidFill>
                  <a:srgbClr val="C49A32"/>
                </a:solidFill>
                <a:latin typeface="Calibri" pitchFamily="34" charset="0"/>
                <a:ea typeface="Calibri" pitchFamily="34" charset="-122"/>
                <a:cs typeface="Calibri" pitchFamily="34" charset="-120"/>
              </a:rPr>
              <a:t>15 Oct 2024  ·  Karnataka</a:t>
            </a:r>
            <a:endParaRPr lang="en-US" sz="900" dirty="0"/>
          </a:p>
        </p:txBody>
      </p:sp>
      <p:sp>
        <p:nvSpPr>
          <p:cNvPr id="13" name="Text 11"/>
          <p:cNvSpPr/>
          <p:nvPr/>
        </p:nvSpPr>
        <p:spPr>
          <a:xfrm>
            <a:off x="960120" y="1828800"/>
            <a:ext cx="10104120" cy="201168"/>
          </a:xfrm>
          <a:prstGeom prst="rect">
            <a:avLst/>
          </a:prstGeom>
          <a:noFill/>
          <a:ln/>
        </p:spPr>
        <p:txBody>
          <a:bodyPr wrap="square" rtlCol="0" anchor="ctr"/>
          <a:lstStyle/>
          <a:p>
            <a:pPr indent="0" marL="0">
              <a:buNone/>
            </a:pPr>
            <a:r>
              <a:rPr lang="en-US" sz="1000" dirty="0">
                <a:solidFill>
                  <a:srgbClr val="3D2010"/>
                </a:solidFill>
                <a:latin typeface="Calibri" pitchFamily="34" charset="0"/>
                <a:ea typeface="Calibri" pitchFamily="34" charset="-122"/>
                <a:cs typeface="Calibri" pitchFamily="34" charset="-120"/>
              </a:rPr>
              <a:t>28 teachers  ·  5 schools</a:t>
            </a:r>
            <a:endParaRPr lang="en-US" sz="1000" dirty="0"/>
          </a:p>
        </p:txBody>
      </p:sp>
      <p:sp>
        <p:nvSpPr>
          <p:cNvPr id="14" name="Shape 12"/>
          <p:cNvSpPr/>
          <p:nvPr/>
        </p:nvSpPr>
        <p:spPr>
          <a:xfrm>
            <a:off x="594360" y="2395728"/>
            <a:ext cx="201168" cy="201168"/>
          </a:xfrm>
          <a:prstGeom prst="ellipse">
            <a:avLst/>
          </a:prstGeom>
          <a:solidFill>
            <a:srgbClr val="C49A32"/>
          </a:solidFill>
          <a:ln/>
        </p:spPr>
      </p:sp>
      <p:sp>
        <p:nvSpPr>
          <p:cNvPr id="15" name="Shape 13"/>
          <p:cNvSpPr/>
          <p:nvPr/>
        </p:nvSpPr>
        <p:spPr>
          <a:xfrm>
            <a:off x="672084" y="2587752"/>
            <a:ext cx="64008" cy="960120"/>
          </a:xfrm>
          <a:prstGeom prst="rect">
            <a:avLst/>
          </a:prstGeom>
          <a:solidFill>
            <a:srgbClr val="E8DDD0"/>
          </a:solidFill>
          <a:ln/>
        </p:spPr>
      </p:sp>
      <p:sp>
        <p:nvSpPr>
          <p:cNvPr id="16" name="Text 14"/>
          <p:cNvSpPr/>
          <p:nvPr/>
        </p:nvSpPr>
        <p:spPr>
          <a:xfrm>
            <a:off x="960120" y="2240280"/>
            <a:ext cx="10104120" cy="347472"/>
          </a:xfrm>
          <a:prstGeom prst="rect">
            <a:avLst/>
          </a:prstGeom>
          <a:noFill/>
          <a:ln/>
        </p:spPr>
        <p:txBody>
          <a:bodyPr wrap="square" rtlCol="0" anchor="ctr"/>
          <a:lstStyle/>
          <a:p>
            <a:pPr indent="0" marL="0">
              <a:buNone/>
            </a:pPr>
            <a:r>
              <a:rPr lang="en-US" sz="1200" b="1" dirty="0">
                <a:solidFill>
                  <a:srgbClr val="2A1508"/>
                </a:solidFill>
                <a:latin typeface="Calibri" pitchFamily="34" charset="0"/>
                <a:ea typeface="Calibri" pitchFamily="34" charset="-122"/>
                <a:cs typeface="Calibri" pitchFamily="34" charset="-120"/>
              </a:rPr>
              <a:t>Teacher Training Workshop — Chennai Batch</a:t>
            </a:r>
            <a:endParaRPr lang="en-US" sz="1200" dirty="0"/>
          </a:p>
        </p:txBody>
      </p:sp>
      <p:sp>
        <p:nvSpPr>
          <p:cNvPr id="17" name="Text 15"/>
          <p:cNvSpPr/>
          <p:nvPr/>
        </p:nvSpPr>
        <p:spPr>
          <a:xfrm>
            <a:off x="960120" y="2587752"/>
            <a:ext cx="10104120" cy="201168"/>
          </a:xfrm>
          <a:prstGeom prst="rect">
            <a:avLst/>
          </a:prstGeom>
          <a:noFill/>
          <a:ln/>
        </p:spPr>
        <p:txBody>
          <a:bodyPr wrap="square" rtlCol="0" anchor="ctr"/>
          <a:lstStyle/>
          <a:p>
            <a:pPr indent="0" marL="0">
              <a:buNone/>
            </a:pPr>
            <a:r>
              <a:rPr lang="en-US" sz="900" dirty="0">
                <a:solidFill>
                  <a:srgbClr val="C49A32"/>
                </a:solidFill>
                <a:latin typeface="Calibri" pitchFamily="34" charset="0"/>
                <a:ea typeface="Calibri" pitchFamily="34" charset="-122"/>
                <a:cs typeface="Calibri" pitchFamily="34" charset="-120"/>
              </a:rPr>
              <a:t>2 Nov 2024  ·  Tamil Nadu</a:t>
            </a:r>
            <a:endParaRPr lang="en-US" sz="900" dirty="0"/>
          </a:p>
        </p:txBody>
      </p:sp>
      <p:sp>
        <p:nvSpPr>
          <p:cNvPr id="18" name="Text 16"/>
          <p:cNvSpPr/>
          <p:nvPr/>
        </p:nvSpPr>
        <p:spPr>
          <a:xfrm>
            <a:off x="960120" y="2788920"/>
            <a:ext cx="10104120" cy="201168"/>
          </a:xfrm>
          <a:prstGeom prst="rect">
            <a:avLst/>
          </a:prstGeom>
          <a:noFill/>
          <a:ln/>
        </p:spPr>
        <p:txBody>
          <a:bodyPr wrap="square" rtlCol="0" anchor="ctr"/>
          <a:lstStyle/>
          <a:p>
            <a:pPr indent="0" marL="0">
              <a:buNone/>
            </a:pPr>
            <a:r>
              <a:rPr lang="en-US" sz="1000" dirty="0">
                <a:solidFill>
                  <a:srgbClr val="3D2010"/>
                </a:solidFill>
                <a:latin typeface="Calibri" pitchFamily="34" charset="0"/>
                <a:ea typeface="Calibri" pitchFamily="34" charset="-122"/>
                <a:cs typeface="Calibri" pitchFamily="34" charset="-120"/>
              </a:rPr>
              <a:t>32 teachers  ·  7 schools</a:t>
            </a:r>
            <a:endParaRPr lang="en-US" sz="1000" dirty="0"/>
          </a:p>
        </p:txBody>
      </p:sp>
      <p:sp>
        <p:nvSpPr>
          <p:cNvPr id="19" name="Shape 17"/>
          <p:cNvSpPr/>
          <p:nvPr/>
        </p:nvSpPr>
        <p:spPr>
          <a:xfrm>
            <a:off x="594360" y="3355848"/>
            <a:ext cx="201168" cy="201168"/>
          </a:xfrm>
          <a:prstGeom prst="ellipse">
            <a:avLst/>
          </a:prstGeom>
          <a:solidFill>
            <a:srgbClr val="C49A32"/>
          </a:solidFill>
          <a:ln/>
        </p:spPr>
      </p:sp>
      <p:sp>
        <p:nvSpPr>
          <p:cNvPr id="20" name="Shape 18"/>
          <p:cNvSpPr/>
          <p:nvPr/>
        </p:nvSpPr>
        <p:spPr>
          <a:xfrm>
            <a:off x="672084" y="3547872"/>
            <a:ext cx="64008" cy="960120"/>
          </a:xfrm>
          <a:prstGeom prst="rect">
            <a:avLst/>
          </a:prstGeom>
          <a:solidFill>
            <a:srgbClr val="E8DDD0"/>
          </a:solidFill>
          <a:ln/>
        </p:spPr>
      </p:sp>
      <p:sp>
        <p:nvSpPr>
          <p:cNvPr id="21" name="Text 19"/>
          <p:cNvSpPr/>
          <p:nvPr/>
        </p:nvSpPr>
        <p:spPr>
          <a:xfrm>
            <a:off x="960120" y="3200400"/>
            <a:ext cx="10104120" cy="347472"/>
          </a:xfrm>
          <a:prstGeom prst="rect">
            <a:avLst/>
          </a:prstGeom>
          <a:noFill/>
          <a:ln/>
        </p:spPr>
        <p:txBody>
          <a:bodyPr wrap="square" rtlCol="0" anchor="ctr"/>
          <a:lstStyle/>
          <a:p>
            <a:pPr indent="0" marL="0">
              <a:buNone/>
            </a:pPr>
            <a:r>
              <a:rPr lang="en-US" sz="1200" b="1" dirty="0">
                <a:solidFill>
                  <a:srgbClr val="2A1508"/>
                </a:solidFill>
                <a:latin typeface="Calibri" pitchFamily="34" charset="0"/>
                <a:ea typeface="Calibri" pitchFamily="34" charset="-122"/>
                <a:cs typeface="Calibri" pitchFamily="34" charset="-120"/>
              </a:rPr>
              <a:t>Resource Kit Distribution — Phase 1</a:t>
            </a:r>
            <a:endParaRPr lang="en-US" sz="1200" dirty="0"/>
          </a:p>
        </p:txBody>
      </p:sp>
      <p:sp>
        <p:nvSpPr>
          <p:cNvPr id="22" name="Text 20"/>
          <p:cNvSpPr/>
          <p:nvPr/>
        </p:nvSpPr>
        <p:spPr>
          <a:xfrm>
            <a:off x="960120" y="3547872"/>
            <a:ext cx="10104120" cy="201168"/>
          </a:xfrm>
          <a:prstGeom prst="rect">
            <a:avLst/>
          </a:prstGeom>
          <a:noFill/>
          <a:ln/>
        </p:spPr>
        <p:txBody>
          <a:bodyPr wrap="square" rtlCol="0" anchor="ctr"/>
          <a:lstStyle/>
          <a:p>
            <a:pPr indent="0" marL="0">
              <a:buNone/>
            </a:pPr>
            <a:r>
              <a:rPr lang="en-US" sz="900" dirty="0">
                <a:solidFill>
                  <a:srgbClr val="C49A32"/>
                </a:solidFill>
                <a:latin typeface="Calibri" pitchFamily="34" charset="0"/>
                <a:ea typeface="Calibri" pitchFamily="34" charset="-122"/>
                <a:cs typeface="Calibri" pitchFamily="34" charset="-120"/>
              </a:rPr>
              <a:t>10 Dec 2024  ·  Karnataka</a:t>
            </a:r>
            <a:endParaRPr lang="en-US" sz="900" dirty="0"/>
          </a:p>
        </p:txBody>
      </p:sp>
      <p:sp>
        <p:nvSpPr>
          <p:cNvPr id="23" name="Text 21"/>
          <p:cNvSpPr/>
          <p:nvPr/>
        </p:nvSpPr>
        <p:spPr>
          <a:xfrm>
            <a:off x="960120" y="3749040"/>
            <a:ext cx="10104120" cy="201168"/>
          </a:xfrm>
          <a:prstGeom prst="rect">
            <a:avLst/>
          </a:prstGeom>
          <a:noFill/>
          <a:ln/>
        </p:spPr>
        <p:txBody>
          <a:bodyPr wrap="square" rtlCol="0" anchor="ctr"/>
          <a:lstStyle/>
          <a:p>
            <a:pPr indent="0" marL="0">
              <a:buNone/>
            </a:pPr>
            <a:r>
              <a:rPr lang="en-US" sz="1000" dirty="0">
                <a:solidFill>
                  <a:srgbClr val="3D2010"/>
                </a:solidFill>
                <a:latin typeface="Calibri" pitchFamily="34" charset="0"/>
                <a:ea typeface="Calibri" pitchFamily="34" charset="-122"/>
                <a:cs typeface="Calibri" pitchFamily="34" charset="-120"/>
              </a:rPr>
              <a:t>120 students  ·  12 schools</a:t>
            </a:r>
            <a:endParaRPr lang="en-US" sz="1000" dirty="0"/>
          </a:p>
        </p:txBody>
      </p:sp>
      <p:sp>
        <p:nvSpPr>
          <p:cNvPr id="24" name="Shape 22"/>
          <p:cNvSpPr/>
          <p:nvPr/>
        </p:nvSpPr>
        <p:spPr>
          <a:xfrm>
            <a:off x="594360" y="4315968"/>
            <a:ext cx="201168" cy="201168"/>
          </a:xfrm>
          <a:prstGeom prst="ellipse">
            <a:avLst/>
          </a:prstGeom>
          <a:solidFill>
            <a:srgbClr val="C49A32"/>
          </a:solidFill>
          <a:ln/>
        </p:spPr>
      </p:sp>
      <p:sp>
        <p:nvSpPr>
          <p:cNvPr id="25" name="Shape 23"/>
          <p:cNvSpPr/>
          <p:nvPr/>
        </p:nvSpPr>
        <p:spPr>
          <a:xfrm>
            <a:off x="672084" y="4507992"/>
            <a:ext cx="64008" cy="960120"/>
          </a:xfrm>
          <a:prstGeom prst="rect">
            <a:avLst/>
          </a:prstGeom>
          <a:solidFill>
            <a:srgbClr val="E8DDD0"/>
          </a:solidFill>
          <a:ln/>
        </p:spPr>
      </p:sp>
      <p:sp>
        <p:nvSpPr>
          <p:cNvPr id="26" name="Text 24"/>
          <p:cNvSpPr/>
          <p:nvPr/>
        </p:nvSpPr>
        <p:spPr>
          <a:xfrm>
            <a:off x="960120" y="4160520"/>
            <a:ext cx="10104120" cy="347472"/>
          </a:xfrm>
          <a:prstGeom prst="rect">
            <a:avLst/>
          </a:prstGeom>
          <a:noFill/>
          <a:ln/>
        </p:spPr>
        <p:txBody>
          <a:bodyPr wrap="square" rtlCol="0" anchor="ctr"/>
          <a:lstStyle/>
          <a:p>
            <a:pPr indent="0" marL="0">
              <a:buNone/>
            </a:pPr>
            <a:r>
              <a:rPr lang="en-US" sz="1200" b="1" dirty="0">
                <a:solidFill>
                  <a:srgbClr val="2A1508"/>
                </a:solidFill>
                <a:latin typeface="Calibri" pitchFamily="34" charset="0"/>
                <a:ea typeface="Calibri" pitchFamily="34" charset="-122"/>
                <a:cs typeface="Calibri" pitchFamily="34" charset="-120"/>
              </a:rPr>
              <a:t>Field Assessment Visit — AP Cluster</a:t>
            </a:r>
            <a:endParaRPr lang="en-US" sz="1200" dirty="0"/>
          </a:p>
        </p:txBody>
      </p:sp>
      <p:sp>
        <p:nvSpPr>
          <p:cNvPr id="27" name="Text 25"/>
          <p:cNvSpPr/>
          <p:nvPr/>
        </p:nvSpPr>
        <p:spPr>
          <a:xfrm>
            <a:off x="960120" y="4507992"/>
            <a:ext cx="10104120" cy="201168"/>
          </a:xfrm>
          <a:prstGeom prst="rect">
            <a:avLst/>
          </a:prstGeom>
          <a:noFill/>
          <a:ln/>
        </p:spPr>
        <p:txBody>
          <a:bodyPr wrap="square" rtlCol="0" anchor="ctr"/>
          <a:lstStyle/>
          <a:p>
            <a:pPr indent="0" marL="0">
              <a:buNone/>
            </a:pPr>
            <a:r>
              <a:rPr lang="en-US" sz="900" dirty="0">
                <a:solidFill>
                  <a:srgbClr val="C49A32"/>
                </a:solidFill>
                <a:latin typeface="Calibri" pitchFamily="34" charset="0"/>
                <a:ea typeface="Calibri" pitchFamily="34" charset="-122"/>
                <a:cs typeface="Calibri" pitchFamily="34" charset="-120"/>
              </a:rPr>
              <a:t>20 Jan 2025  ·  Andhra Pradesh</a:t>
            </a:r>
            <a:endParaRPr lang="en-US" sz="900" dirty="0"/>
          </a:p>
        </p:txBody>
      </p:sp>
      <p:sp>
        <p:nvSpPr>
          <p:cNvPr id="28" name="Text 26"/>
          <p:cNvSpPr/>
          <p:nvPr/>
        </p:nvSpPr>
        <p:spPr>
          <a:xfrm>
            <a:off x="960120" y="4709160"/>
            <a:ext cx="10104120" cy="201168"/>
          </a:xfrm>
          <a:prstGeom prst="rect">
            <a:avLst/>
          </a:prstGeom>
          <a:noFill/>
          <a:ln/>
        </p:spPr>
        <p:txBody>
          <a:bodyPr wrap="square" rtlCol="0" anchor="ctr"/>
          <a:lstStyle/>
          <a:p>
            <a:pPr indent="0" marL="0">
              <a:buNone/>
            </a:pPr>
            <a:r>
              <a:rPr lang="en-US" sz="1000" dirty="0">
                <a:solidFill>
                  <a:srgbClr val="3D2010"/>
                </a:solidFill>
                <a:latin typeface="Calibri" pitchFamily="34" charset="0"/>
                <a:ea typeface="Calibri" pitchFamily="34" charset="-122"/>
                <a:cs typeface="Calibri" pitchFamily="34" charset="-120"/>
              </a:rPr>
              <a:t>15 teachers  ·  89 students  ·  8 schools</a:t>
            </a:r>
            <a:endParaRPr lang="en-US" sz="1000" dirty="0"/>
          </a:p>
        </p:txBody>
      </p:sp>
      <p:sp>
        <p:nvSpPr>
          <p:cNvPr id="29" name="Shape 27"/>
          <p:cNvSpPr/>
          <p:nvPr/>
        </p:nvSpPr>
        <p:spPr>
          <a:xfrm>
            <a:off x="594360" y="5276088"/>
            <a:ext cx="201168" cy="201168"/>
          </a:xfrm>
          <a:prstGeom prst="ellipse">
            <a:avLst/>
          </a:prstGeom>
          <a:solidFill>
            <a:srgbClr val="C49A32"/>
          </a:solidFill>
          <a:ln/>
        </p:spPr>
      </p:sp>
      <p:sp>
        <p:nvSpPr>
          <p:cNvPr id="30" name="Text 28"/>
          <p:cNvSpPr/>
          <p:nvPr/>
        </p:nvSpPr>
        <p:spPr>
          <a:xfrm>
            <a:off x="960120" y="5120640"/>
            <a:ext cx="10104120" cy="347472"/>
          </a:xfrm>
          <a:prstGeom prst="rect">
            <a:avLst/>
          </a:prstGeom>
          <a:noFill/>
          <a:ln/>
        </p:spPr>
        <p:txBody>
          <a:bodyPr wrap="square" rtlCol="0" anchor="ctr"/>
          <a:lstStyle/>
          <a:p>
            <a:pPr indent="0" marL="0">
              <a:buNone/>
            </a:pPr>
            <a:r>
              <a:rPr lang="en-US" sz="1200" b="1" dirty="0">
                <a:solidFill>
                  <a:srgbClr val="2A1508"/>
                </a:solidFill>
                <a:latin typeface="Calibri" pitchFamily="34" charset="0"/>
                <a:ea typeface="Calibri" pitchFamily="34" charset="-122"/>
                <a:cs typeface="Calibri" pitchFamily="34" charset="-120"/>
              </a:rPr>
              <a:t>Peer Learning Network Launch</a:t>
            </a:r>
            <a:endParaRPr lang="en-US" sz="1200" dirty="0"/>
          </a:p>
        </p:txBody>
      </p:sp>
      <p:sp>
        <p:nvSpPr>
          <p:cNvPr id="31" name="Text 29"/>
          <p:cNvSpPr/>
          <p:nvPr/>
        </p:nvSpPr>
        <p:spPr>
          <a:xfrm>
            <a:off x="960120" y="5468112"/>
            <a:ext cx="10104120" cy="201168"/>
          </a:xfrm>
          <a:prstGeom prst="rect">
            <a:avLst/>
          </a:prstGeom>
          <a:noFill/>
          <a:ln/>
        </p:spPr>
        <p:txBody>
          <a:bodyPr wrap="square" rtlCol="0" anchor="ctr"/>
          <a:lstStyle/>
          <a:p>
            <a:pPr indent="0" marL="0">
              <a:buNone/>
            </a:pPr>
            <a:r>
              <a:rPr lang="en-US" sz="900" dirty="0">
                <a:solidFill>
                  <a:srgbClr val="C49A32"/>
                </a:solidFill>
                <a:latin typeface="Calibri" pitchFamily="34" charset="0"/>
                <a:ea typeface="Calibri" pitchFamily="34" charset="-122"/>
                <a:cs typeface="Calibri" pitchFamily="34" charset="-120"/>
              </a:rPr>
              <a:t>5 Feb 2025  ·  Karnataka</a:t>
            </a:r>
            <a:endParaRPr lang="en-US" sz="900" dirty="0"/>
          </a:p>
        </p:txBody>
      </p:sp>
      <p:sp>
        <p:nvSpPr>
          <p:cNvPr id="32" name="Text 30"/>
          <p:cNvSpPr/>
          <p:nvPr/>
        </p:nvSpPr>
        <p:spPr>
          <a:xfrm>
            <a:off x="960120" y="5669280"/>
            <a:ext cx="10104120" cy="201168"/>
          </a:xfrm>
          <a:prstGeom prst="rect">
            <a:avLst/>
          </a:prstGeom>
          <a:noFill/>
          <a:ln/>
        </p:spPr>
        <p:txBody>
          <a:bodyPr wrap="square" rtlCol="0" anchor="ctr"/>
          <a:lstStyle/>
          <a:p>
            <a:pPr indent="0" marL="0">
              <a:buNone/>
            </a:pPr>
            <a:r>
              <a:rPr lang="en-US" sz="1000" dirty="0">
                <a:solidFill>
                  <a:srgbClr val="3D2010"/>
                </a:solidFill>
                <a:latin typeface="Calibri" pitchFamily="34" charset="0"/>
                <a:ea typeface="Calibri" pitchFamily="34" charset="-122"/>
                <a:cs typeface="Calibri" pitchFamily="34" charset="-120"/>
              </a:rPr>
              <a:t>22 teachers  ·  4 schools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2A1508"/>
          </a:solidFill>
          <a:ln/>
        </p:spPr>
      </p:sp>
      <p:sp>
        <p:nvSpPr>
          <p:cNvPr id="3" name="Text 1"/>
          <p:cNvSpPr/>
          <p:nvPr/>
        </p:nvSpPr>
        <p:spPr>
          <a:xfrm>
            <a:off x="7132320" y="-731520"/>
            <a:ext cx="5029200" cy="4572000"/>
          </a:xfrm>
          <a:prstGeom prst="rect">
            <a:avLst/>
          </a:prstGeom>
          <a:noFill/>
          <a:ln/>
        </p:spPr>
        <p:txBody>
          <a:bodyPr wrap="square" lIns="0" tIns="0" rIns="0" bIns="0" rtlCol="0" anchor="ctr"/>
          <a:lstStyle/>
          <a:p>
            <a:pPr algn="r" indent="0" marL="0">
              <a:buNone/>
            </a:pPr>
            <a:r>
              <a:rPr lang="en-US" sz="28000" b="1" dirty="0">
                <a:solidFill>
                  <a:srgbClr val="C49A32">
                    <a:alpha val="9000"/>
                  </a:srgbClr>
                </a:solidFill>
                <a:latin typeface="Georgia" pitchFamily="34" charset="0"/>
                <a:ea typeface="Georgia" pitchFamily="34" charset="-122"/>
                <a:cs typeface="Georgia" pitchFamily="34" charset="-120"/>
              </a:rPr>
              <a:t>06</a:t>
            </a:r>
            <a:endParaRPr lang="en-US" sz="28000" dirty="0"/>
          </a:p>
        </p:txBody>
      </p:sp>
      <p:sp>
        <p:nvSpPr>
          <p:cNvPr id="4" name="Text 2"/>
          <p:cNvSpPr/>
          <p:nvPr/>
        </p:nvSpPr>
        <p:spPr>
          <a:xfrm>
            <a:off x="594360" y="201168"/>
            <a:ext cx="10972800" cy="256032"/>
          </a:xfrm>
          <a:prstGeom prst="rect">
            <a:avLst/>
          </a:prstGeom>
          <a:noFill/>
          <a:ln/>
        </p:spPr>
        <p:txBody>
          <a:bodyPr wrap="square" rtlCol="0" anchor="ctr"/>
          <a:lstStyle/>
          <a:p>
            <a:pPr indent="0" marL="0">
              <a:buNone/>
            </a:pPr>
            <a:r>
              <a:rPr lang="en-US" sz="850" b="1" spc="500" kern="0" dirty="0">
                <a:solidFill>
                  <a:srgbClr val="C49A32"/>
                </a:solidFill>
                <a:latin typeface="Calibri" pitchFamily="34" charset="0"/>
                <a:ea typeface="Calibri" pitchFamily="34" charset="-122"/>
                <a:cs typeface="Calibri" pitchFamily="34" charset="-120"/>
              </a:rPr>
              <a:t>STORIES</a:t>
            </a:r>
            <a:endParaRPr lang="en-US" sz="850" dirty="0"/>
          </a:p>
        </p:txBody>
      </p:sp>
      <p:sp>
        <p:nvSpPr>
          <p:cNvPr id="5" name="Text 3"/>
          <p:cNvSpPr/>
          <p:nvPr/>
        </p:nvSpPr>
        <p:spPr>
          <a:xfrm>
            <a:off x="594360" y="475488"/>
            <a:ext cx="10698480" cy="658368"/>
          </a:xfrm>
          <a:prstGeom prst="rect">
            <a:avLst/>
          </a:prstGeom>
          <a:noFill/>
          <a:ln/>
        </p:spPr>
        <p:txBody>
          <a:bodyPr wrap="square" rtlCol="0" anchor="ctr"/>
          <a:lstStyle/>
          <a:p>
            <a:pPr indent="0" marL="0">
              <a:buNone/>
            </a:pPr>
            <a:r>
              <a:rPr lang="en-US" sz="2800" b="1" dirty="0">
                <a:solidFill>
                  <a:srgbClr val="2A1508"/>
                </a:solidFill>
                <a:latin typeface="Georgia" pitchFamily="34" charset="0"/>
                <a:ea typeface="Georgia" pitchFamily="34" charset="-122"/>
                <a:cs typeface="Georgia" pitchFamily="34" charset="-120"/>
              </a:rPr>
              <a:t>Stories from the Field</a:t>
            </a:r>
            <a:endParaRPr lang="en-US" sz="2800" dirty="0"/>
          </a:p>
        </p:txBody>
      </p:sp>
      <p:sp>
        <p:nvSpPr>
          <p:cNvPr id="6" name="Shape 4"/>
          <p:cNvSpPr/>
          <p:nvPr/>
        </p:nvSpPr>
        <p:spPr>
          <a:xfrm>
            <a:off x="0" y="6501384"/>
            <a:ext cx="12188952" cy="36576"/>
          </a:xfrm>
          <a:prstGeom prst="rect">
            <a:avLst/>
          </a:prstGeom>
          <a:solidFill>
            <a:srgbClr val="C49A32"/>
          </a:solidFill>
          <a:ln/>
        </p:spPr>
      </p:sp>
      <p:sp>
        <p:nvSpPr>
          <p:cNvPr id="7" name="Text 5"/>
          <p:cNvSpPr/>
          <p:nvPr/>
        </p:nvSpPr>
        <p:spPr>
          <a:xfrm>
            <a:off x="594360" y="6565392"/>
            <a:ext cx="5486400" cy="201168"/>
          </a:xfrm>
          <a:prstGeom prst="rect">
            <a:avLst/>
          </a:prstGeom>
          <a:noFill/>
          <a:ln/>
        </p:spPr>
        <p:txBody>
          <a:bodyPr wrap="square" rtlCol="0" anchor="ctr"/>
          <a:lstStyle/>
          <a:p>
            <a:pPr indent="0" marL="0">
              <a:buNone/>
            </a:pPr>
            <a:r>
              <a:rPr lang="en-US" sz="750" dirty="0">
                <a:solidFill>
                  <a:srgbClr val="9B7B5A"/>
                </a:solidFill>
                <a:latin typeface="Calibri" pitchFamily="34" charset="0"/>
                <a:ea typeface="Calibri" pitchFamily="34" charset="-122"/>
                <a:cs typeface="Calibri" pitchFamily="34" charset="-120"/>
              </a:rPr>
              <a:t>Vision Empower</a:t>
            </a:r>
            <a:endParaRPr lang="en-US" sz="750" dirty="0"/>
          </a:p>
        </p:txBody>
      </p:sp>
      <p:sp>
        <p:nvSpPr>
          <p:cNvPr id="8" name="Text 6"/>
          <p:cNvSpPr/>
          <p:nvPr/>
        </p:nvSpPr>
        <p:spPr>
          <a:xfrm>
            <a:off x="10515600" y="6565392"/>
            <a:ext cx="1463040" cy="201168"/>
          </a:xfrm>
          <a:prstGeom prst="rect">
            <a:avLst/>
          </a:prstGeom>
          <a:noFill/>
          <a:ln/>
        </p:spPr>
        <p:txBody>
          <a:bodyPr wrap="square" rtlCol="0" anchor="ctr"/>
          <a:lstStyle/>
          <a:p>
            <a:pPr algn="r" indent="0" marL="0">
              <a:buNone/>
            </a:pPr>
            <a:r>
              <a:rPr lang="en-US" sz="750" dirty="0">
                <a:solidFill>
                  <a:srgbClr val="9B7B5A"/>
                </a:solidFill>
                <a:latin typeface="Calibri" pitchFamily="34" charset="0"/>
                <a:ea typeface="Calibri" pitchFamily="34" charset="-122"/>
                <a:cs typeface="Calibri" pitchFamily="34" charset="-120"/>
              </a:rPr>
              <a:t>6 / 9</a:t>
            </a:r>
            <a:endParaRPr lang="en-US" sz="750" dirty="0"/>
          </a:p>
        </p:txBody>
      </p:sp>
      <p:sp>
        <p:nvSpPr>
          <p:cNvPr id="9" name="Text 7"/>
          <p:cNvSpPr/>
          <p:nvPr/>
        </p:nvSpPr>
        <p:spPr>
          <a:xfrm>
            <a:off x="182880" y="-274320"/>
            <a:ext cx="3200400" cy="3200400"/>
          </a:xfrm>
          <a:prstGeom prst="rect">
            <a:avLst/>
          </a:prstGeom>
          <a:noFill/>
          <a:ln/>
        </p:spPr>
        <p:txBody>
          <a:bodyPr wrap="square" lIns="0" tIns="0" rIns="0" bIns="0" rtlCol="0" anchor="ctr"/>
          <a:lstStyle/>
          <a:p>
            <a:pPr algn="l" indent="0" marL="0">
              <a:buNone/>
            </a:pPr>
            <a:r>
              <a:rPr lang="en-US" sz="24000" dirty="0">
                <a:solidFill>
                  <a:srgbClr val="C49A32">
                    <a:alpha val="13000"/>
                  </a:srgbClr>
                </a:solidFill>
                <a:latin typeface="Georgia" pitchFamily="34" charset="0"/>
                <a:ea typeface="Georgia" pitchFamily="34" charset="-122"/>
                <a:cs typeface="Georgia" pitchFamily="34" charset="-120"/>
              </a:rPr>
              <a:t>“</a:t>
            </a:r>
            <a:endParaRPr lang="en-US" sz="24000" dirty="0"/>
          </a:p>
        </p:txBody>
      </p:sp>
      <p:sp>
        <p:nvSpPr>
          <p:cNvPr id="10" name="Shape 8"/>
          <p:cNvSpPr/>
          <p:nvPr/>
        </p:nvSpPr>
        <p:spPr>
          <a:xfrm>
            <a:off x="594360" y="1261872"/>
            <a:ext cx="11000232" cy="320040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11" name="Shape 9"/>
          <p:cNvSpPr/>
          <p:nvPr/>
        </p:nvSpPr>
        <p:spPr>
          <a:xfrm>
            <a:off x="594360" y="1261872"/>
            <a:ext cx="82296" cy="3200400"/>
          </a:xfrm>
          <a:prstGeom prst="rect">
            <a:avLst/>
          </a:prstGeom>
          <a:solidFill>
            <a:srgbClr val="C49A32"/>
          </a:solidFill>
          <a:ln/>
        </p:spPr>
      </p:sp>
      <p:sp>
        <p:nvSpPr>
          <p:cNvPr id="12" name="Text 10"/>
          <p:cNvSpPr/>
          <p:nvPr/>
        </p:nvSpPr>
        <p:spPr>
          <a:xfrm>
            <a:off x="822960" y="1444752"/>
            <a:ext cx="10515600" cy="2286000"/>
          </a:xfrm>
          <a:prstGeom prst="rect">
            <a:avLst/>
          </a:prstGeom>
          <a:noFill/>
          <a:ln/>
        </p:spPr>
        <p:txBody>
          <a:bodyPr wrap="square" rtlCol="0" anchor="ctr"/>
          <a:lstStyle/>
          <a:p>
            <a:pPr algn="l" indent="0" marL="0">
              <a:lnSpc>
                <a:spcPct val="160000"/>
              </a:lnSpc>
              <a:buNone/>
            </a:pPr>
            <a:r>
              <a:rPr lang="en-US" sz="1550" i="1" dirty="0">
                <a:solidFill>
                  <a:srgbClr val="2A1508"/>
                </a:solidFill>
                <a:latin typeface="Georgia" pitchFamily="34" charset="0"/>
                <a:ea typeface="Georgia" pitchFamily="34" charset="-122"/>
                <a:cs typeface="Georgia" pitchFamily="34" charset="-120"/>
              </a:rPr>
              <a:t>This training completely changed how I approach my classroom. My students with visual impairments are now participating fully in every lesson. The confidence I see in them every day makes everything worth it.</a:t>
            </a:r>
            <a:endParaRPr lang="en-US" sz="1550" dirty="0"/>
          </a:p>
        </p:txBody>
      </p:sp>
      <p:sp>
        <p:nvSpPr>
          <p:cNvPr id="13" name="Shape 11"/>
          <p:cNvSpPr/>
          <p:nvPr/>
        </p:nvSpPr>
        <p:spPr>
          <a:xfrm>
            <a:off x="822960" y="4069080"/>
            <a:ext cx="10241280" cy="27432"/>
          </a:xfrm>
          <a:prstGeom prst="rect">
            <a:avLst/>
          </a:prstGeom>
          <a:solidFill>
            <a:srgbClr val="C49A32">
              <a:alpha val="60000"/>
            </a:srgbClr>
          </a:solidFill>
          <a:ln/>
        </p:spPr>
      </p:sp>
      <p:sp>
        <p:nvSpPr>
          <p:cNvPr id="14" name="Text 12"/>
          <p:cNvSpPr/>
          <p:nvPr/>
        </p:nvSpPr>
        <p:spPr>
          <a:xfrm>
            <a:off x="822960" y="4160520"/>
            <a:ext cx="10515600" cy="274320"/>
          </a:xfrm>
          <a:prstGeom prst="rect">
            <a:avLst/>
          </a:prstGeom>
          <a:noFill/>
          <a:ln/>
        </p:spPr>
        <p:txBody>
          <a:bodyPr wrap="square" rtlCol="0" anchor="ctr"/>
          <a:lstStyle/>
          <a:p>
            <a:pPr algn="r" indent="0" marL="0">
              <a:buNone/>
            </a:pPr>
            <a:r>
              <a:rPr lang="en-US" sz="1050" dirty="0">
                <a:solidFill>
                  <a:srgbClr val="9B7B5A"/>
                </a:solidFill>
                <a:latin typeface="Calibri" pitchFamily="34" charset="0"/>
                <a:ea typeface="Calibri" pitchFamily="34" charset="-122"/>
                <a:cs typeface="Calibri" pitchFamily="34" charset="-120"/>
              </a:rPr>
              <a:t>— Savitha K., Special Education Teacher, Bengaluru</a:t>
            </a:r>
            <a:endParaRPr lang="en-US" sz="1050" dirty="0"/>
          </a:p>
        </p:txBody>
      </p:sp>
      <p:sp>
        <p:nvSpPr>
          <p:cNvPr id="15" name="Shape 13"/>
          <p:cNvSpPr/>
          <p:nvPr/>
        </p:nvSpPr>
        <p:spPr>
          <a:xfrm>
            <a:off x="594360" y="4572000"/>
            <a:ext cx="11000232" cy="1554480"/>
          </a:xfrm>
          <a:prstGeom prst="rect">
            <a:avLst/>
          </a:prstGeom>
          <a:solidFill>
            <a:srgbClr val="F7F3EE"/>
          </a:solidFill>
          <a:ln/>
        </p:spPr>
      </p:sp>
      <p:sp>
        <p:nvSpPr>
          <p:cNvPr id="16" name="Shape 14"/>
          <p:cNvSpPr/>
          <p:nvPr/>
        </p:nvSpPr>
        <p:spPr>
          <a:xfrm>
            <a:off x="594360" y="4572000"/>
            <a:ext cx="82296" cy="1554480"/>
          </a:xfrm>
          <a:prstGeom prst="rect">
            <a:avLst/>
          </a:prstGeom>
          <a:solidFill>
            <a:srgbClr val="C49A32"/>
          </a:solidFill>
          <a:ln/>
        </p:spPr>
      </p:sp>
      <p:sp>
        <p:nvSpPr>
          <p:cNvPr id="17" name="Text 15"/>
          <p:cNvSpPr/>
          <p:nvPr/>
        </p:nvSpPr>
        <p:spPr>
          <a:xfrm>
            <a:off x="822960" y="4663440"/>
            <a:ext cx="10515600" cy="822960"/>
          </a:xfrm>
          <a:prstGeom prst="rect">
            <a:avLst/>
          </a:prstGeom>
          <a:noFill/>
          <a:ln/>
        </p:spPr>
        <p:txBody>
          <a:bodyPr wrap="square" rtlCol="0" anchor="ctr"/>
          <a:lstStyle/>
          <a:p>
            <a:pPr indent="0" marL="0">
              <a:lnSpc>
                <a:spcPct val="140000"/>
              </a:lnSpc>
              <a:buNone/>
            </a:pPr>
            <a:r>
              <a:rPr lang="en-US" sz="1150" i="1" dirty="0">
                <a:solidFill>
                  <a:srgbClr val="3D2010"/>
                </a:solidFill>
                <a:latin typeface="Calibri" pitchFamily="34" charset="0"/>
                <a:ea typeface="Calibri" pitchFamily="34" charset="-122"/>
                <a:cs typeface="Calibri" pitchFamily="34" charset="-120"/>
              </a:rPr>
              <a:t>Before this programme I felt lost teaching children who couldn't see the board. Now I have real tools and a community of teachers who understand the same challenges.</a:t>
            </a:r>
            <a:endParaRPr lang="en-US" sz="1150" dirty="0"/>
          </a:p>
        </p:txBody>
      </p:sp>
      <p:sp>
        <p:nvSpPr>
          <p:cNvPr id="18" name="Text 16"/>
          <p:cNvSpPr/>
          <p:nvPr/>
        </p:nvSpPr>
        <p:spPr>
          <a:xfrm>
            <a:off x="822960" y="5468112"/>
            <a:ext cx="10515600" cy="274320"/>
          </a:xfrm>
          <a:prstGeom prst="rect">
            <a:avLst/>
          </a:prstGeom>
          <a:noFill/>
          <a:ln/>
        </p:spPr>
        <p:txBody>
          <a:bodyPr wrap="square" rtlCol="0" anchor="ctr"/>
          <a:lstStyle/>
          <a:p>
            <a:pPr algn="r" indent="0" marL="0">
              <a:buNone/>
            </a:pPr>
            <a:r>
              <a:rPr lang="en-US" sz="950" dirty="0">
                <a:solidFill>
                  <a:srgbClr val="9B7B5A"/>
                </a:solidFill>
                <a:latin typeface="Calibri" pitchFamily="34" charset="0"/>
                <a:ea typeface="Calibri" pitchFamily="34" charset="-122"/>
                <a:cs typeface="Calibri" pitchFamily="34" charset="-120"/>
              </a:rPr>
              <a:t>— Rajesh T., Primary Teacher, Chennai</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2A1508"/>
          </a:solidFill>
          <a:ln/>
        </p:spPr>
      </p:sp>
      <p:sp>
        <p:nvSpPr>
          <p:cNvPr id="3" name="Text 1"/>
          <p:cNvSpPr/>
          <p:nvPr/>
        </p:nvSpPr>
        <p:spPr>
          <a:xfrm>
            <a:off x="7132320" y="-731520"/>
            <a:ext cx="5029200" cy="4572000"/>
          </a:xfrm>
          <a:prstGeom prst="rect">
            <a:avLst/>
          </a:prstGeom>
          <a:noFill/>
          <a:ln/>
        </p:spPr>
        <p:txBody>
          <a:bodyPr wrap="square" lIns="0" tIns="0" rIns="0" bIns="0" rtlCol="0" anchor="ctr"/>
          <a:lstStyle/>
          <a:p>
            <a:pPr algn="r" indent="0" marL="0">
              <a:buNone/>
            </a:pPr>
            <a:r>
              <a:rPr lang="en-US" sz="28000" b="1" dirty="0">
                <a:solidFill>
                  <a:srgbClr val="C49A32">
                    <a:alpha val="9000"/>
                  </a:srgbClr>
                </a:solidFill>
                <a:latin typeface="Georgia" pitchFamily="34" charset="0"/>
                <a:ea typeface="Georgia" pitchFamily="34" charset="-122"/>
                <a:cs typeface="Georgia" pitchFamily="34" charset="-120"/>
              </a:rPr>
              <a:t>07</a:t>
            </a:r>
            <a:endParaRPr lang="en-US" sz="28000" dirty="0"/>
          </a:p>
        </p:txBody>
      </p:sp>
      <p:sp>
        <p:nvSpPr>
          <p:cNvPr id="4" name="Text 2"/>
          <p:cNvSpPr/>
          <p:nvPr/>
        </p:nvSpPr>
        <p:spPr>
          <a:xfrm>
            <a:off x="594360" y="201168"/>
            <a:ext cx="10972800" cy="256032"/>
          </a:xfrm>
          <a:prstGeom prst="rect">
            <a:avLst/>
          </a:prstGeom>
          <a:noFill/>
          <a:ln/>
        </p:spPr>
        <p:txBody>
          <a:bodyPr wrap="square" rtlCol="0" anchor="ctr"/>
          <a:lstStyle/>
          <a:p>
            <a:pPr indent="0" marL="0">
              <a:buNone/>
            </a:pPr>
            <a:r>
              <a:rPr lang="en-US" sz="850" b="1" spc="500" kern="0" dirty="0">
                <a:solidFill>
                  <a:srgbClr val="C49A32"/>
                </a:solidFill>
                <a:latin typeface="Calibri" pitchFamily="34" charset="0"/>
                <a:ea typeface="Calibri" pitchFamily="34" charset="-122"/>
                <a:cs typeface="Calibri" pitchFamily="34" charset="-120"/>
              </a:rPr>
              <a:t>REACH</a:t>
            </a:r>
            <a:endParaRPr lang="en-US" sz="850" dirty="0"/>
          </a:p>
        </p:txBody>
      </p:sp>
      <p:sp>
        <p:nvSpPr>
          <p:cNvPr id="5" name="Text 3"/>
          <p:cNvSpPr/>
          <p:nvPr/>
        </p:nvSpPr>
        <p:spPr>
          <a:xfrm>
            <a:off x="594360" y="475488"/>
            <a:ext cx="10698480" cy="658368"/>
          </a:xfrm>
          <a:prstGeom prst="rect">
            <a:avLst/>
          </a:prstGeom>
          <a:noFill/>
          <a:ln/>
        </p:spPr>
        <p:txBody>
          <a:bodyPr wrap="square" rtlCol="0" anchor="ctr"/>
          <a:lstStyle/>
          <a:p>
            <a:pPr indent="0" marL="0">
              <a:buNone/>
            </a:pPr>
            <a:r>
              <a:rPr lang="en-US" sz="2800" b="1" dirty="0">
                <a:solidFill>
                  <a:srgbClr val="2A1508"/>
                </a:solidFill>
                <a:latin typeface="Georgia" pitchFamily="34" charset="0"/>
                <a:ea typeface="Georgia" pitchFamily="34" charset="-122"/>
                <a:cs typeface="Georgia" pitchFamily="34" charset="-120"/>
              </a:rPr>
              <a:t>Geographic Coverage</a:t>
            </a:r>
            <a:endParaRPr lang="en-US" sz="2800" dirty="0"/>
          </a:p>
        </p:txBody>
      </p:sp>
      <p:sp>
        <p:nvSpPr>
          <p:cNvPr id="6" name="Shape 4"/>
          <p:cNvSpPr/>
          <p:nvPr/>
        </p:nvSpPr>
        <p:spPr>
          <a:xfrm>
            <a:off x="0" y="6501384"/>
            <a:ext cx="12188952" cy="36576"/>
          </a:xfrm>
          <a:prstGeom prst="rect">
            <a:avLst/>
          </a:prstGeom>
          <a:solidFill>
            <a:srgbClr val="C49A32"/>
          </a:solidFill>
          <a:ln/>
        </p:spPr>
      </p:sp>
      <p:sp>
        <p:nvSpPr>
          <p:cNvPr id="7" name="Text 5"/>
          <p:cNvSpPr/>
          <p:nvPr/>
        </p:nvSpPr>
        <p:spPr>
          <a:xfrm>
            <a:off x="594360" y="6565392"/>
            <a:ext cx="5486400" cy="201168"/>
          </a:xfrm>
          <a:prstGeom prst="rect">
            <a:avLst/>
          </a:prstGeom>
          <a:noFill/>
          <a:ln/>
        </p:spPr>
        <p:txBody>
          <a:bodyPr wrap="square" rtlCol="0" anchor="ctr"/>
          <a:lstStyle/>
          <a:p>
            <a:pPr indent="0" marL="0">
              <a:buNone/>
            </a:pPr>
            <a:r>
              <a:rPr lang="en-US" sz="750" dirty="0">
                <a:solidFill>
                  <a:srgbClr val="9B7B5A"/>
                </a:solidFill>
                <a:latin typeface="Calibri" pitchFamily="34" charset="0"/>
                <a:ea typeface="Calibri" pitchFamily="34" charset="-122"/>
                <a:cs typeface="Calibri" pitchFamily="34" charset="-120"/>
              </a:rPr>
              <a:t>Vision Empower</a:t>
            </a:r>
            <a:endParaRPr lang="en-US" sz="750" dirty="0"/>
          </a:p>
        </p:txBody>
      </p:sp>
      <p:sp>
        <p:nvSpPr>
          <p:cNvPr id="8" name="Text 6"/>
          <p:cNvSpPr/>
          <p:nvPr/>
        </p:nvSpPr>
        <p:spPr>
          <a:xfrm>
            <a:off x="10515600" y="6565392"/>
            <a:ext cx="1463040" cy="201168"/>
          </a:xfrm>
          <a:prstGeom prst="rect">
            <a:avLst/>
          </a:prstGeom>
          <a:noFill/>
          <a:ln/>
        </p:spPr>
        <p:txBody>
          <a:bodyPr wrap="square" rtlCol="0" anchor="ctr"/>
          <a:lstStyle/>
          <a:p>
            <a:pPr algn="r" indent="0" marL="0">
              <a:buNone/>
            </a:pPr>
            <a:r>
              <a:rPr lang="en-US" sz="750" dirty="0">
                <a:solidFill>
                  <a:srgbClr val="9B7B5A"/>
                </a:solidFill>
                <a:latin typeface="Calibri" pitchFamily="34" charset="0"/>
                <a:ea typeface="Calibri" pitchFamily="34" charset="-122"/>
                <a:cs typeface="Calibri" pitchFamily="34" charset="-120"/>
              </a:rPr>
              <a:t>7 / 9</a:t>
            </a:r>
            <a:endParaRPr lang="en-US" sz="750" dirty="0"/>
          </a:p>
        </p:txBody>
      </p:sp>
      <p:sp>
        <p:nvSpPr>
          <p:cNvPr id="9" name="Text 7"/>
          <p:cNvSpPr/>
          <p:nvPr/>
        </p:nvSpPr>
        <p:spPr>
          <a:xfrm>
            <a:off x="594360" y="1261872"/>
            <a:ext cx="3474720" cy="2286000"/>
          </a:xfrm>
          <a:prstGeom prst="rect">
            <a:avLst/>
          </a:prstGeom>
          <a:noFill/>
          <a:ln/>
        </p:spPr>
        <p:txBody>
          <a:bodyPr wrap="square" rtlCol="0" anchor="ctr"/>
          <a:lstStyle/>
          <a:p>
            <a:pPr algn="ctr" indent="0" marL="0">
              <a:buNone/>
            </a:pPr>
            <a:r>
              <a:rPr lang="en-US" sz="16000" b="1" dirty="0">
                <a:solidFill>
                  <a:srgbClr val="C49A32"/>
                </a:solidFill>
                <a:latin typeface="Georgia" pitchFamily="34" charset="0"/>
                <a:ea typeface="Georgia" pitchFamily="34" charset="-122"/>
                <a:cs typeface="Georgia" pitchFamily="34" charset="-120"/>
              </a:rPr>
              <a:t>3</a:t>
            </a:r>
            <a:endParaRPr lang="en-US" sz="16000" dirty="0"/>
          </a:p>
        </p:txBody>
      </p:sp>
      <p:sp>
        <p:nvSpPr>
          <p:cNvPr id="10" name="Text 8"/>
          <p:cNvSpPr/>
          <p:nvPr/>
        </p:nvSpPr>
        <p:spPr>
          <a:xfrm>
            <a:off x="594360" y="3566160"/>
            <a:ext cx="3474720" cy="274320"/>
          </a:xfrm>
          <a:prstGeom prst="rect">
            <a:avLst/>
          </a:prstGeom>
          <a:noFill/>
          <a:ln/>
        </p:spPr>
        <p:txBody>
          <a:bodyPr wrap="square" rtlCol="0" anchor="ctr"/>
          <a:lstStyle/>
          <a:p>
            <a:pPr algn="ctr" indent="0" marL="0">
              <a:buNone/>
            </a:pPr>
            <a:r>
              <a:rPr lang="en-US" sz="900" b="1" spc="200" kern="0" dirty="0">
                <a:solidFill>
                  <a:srgbClr val="9B7B5A"/>
                </a:solidFill>
                <a:latin typeface="Calibri" pitchFamily="34" charset="0"/>
                <a:ea typeface="Calibri" pitchFamily="34" charset="-122"/>
                <a:cs typeface="Calibri" pitchFamily="34" charset="-120"/>
              </a:rPr>
              <a:t>STATES COVERED</a:t>
            </a:r>
            <a:endParaRPr lang="en-US" sz="900" dirty="0"/>
          </a:p>
        </p:txBody>
      </p:sp>
      <p:sp>
        <p:nvSpPr>
          <p:cNvPr id="11" name="Shape 9"/>
          <p:cNvSpPr/>
          <p:nvPr/>
        </p:nvSpPr>
        <p:spPr>
          <a:xfrm>
            <a:off x="4206240" y="1261872"/>
            <a:ext cx="27432" cy="4937760"/>
          </a:xfrm>
          <a:prstGeom prst="rect">
            <a:avLst/>
          </a:prstGeom>
          <a:solidFill>
            <a:srgbClr val="E8DDD0"/>
          </a:solidFill>
          <a:ln/>
        </p:spPr>
      </p:sp>
      <p:sp>
        <p:nvSpPr>
          <p:cNvPr id="12" name="Shape 10"/>
          <p:cNvSpPr/>
          <p:nvPr/>
        </p:nvSpPr>
        <p:spPr>
          <a:xfrm>
            <a:off x="4480560" y="1261872"/>
            <a:ext cx="2286000" cy="621792"/>
          </a:xfrm>
          <a:prstGeom prst="rect">
            <a:avLst/>
          </a:prstGeom>
          <a:solidFill>
            <a:srgbClr val="FFFFFF"/>
          </a:solidFill>
          <a:ln/>
          <a:effectLst>
            <a:outerShdw sx="100000" sy="100000" kx="0" ky="0" algn="bl" rotWithShape="0" blurRad="127000" dist="38100" dir="8100000">
              <a:srgbClr val="000000">
                <a:alpha val="7000"/>
              </a:srgbClr>
            </a:outerShdw>
          </a:effectLst>
        </p:spPr>
      </p:sp>
      <p:sp>
        <p:nvSpPr>
          <p:cNvPr id="13" name="Shape 11"/>
          <p:cNvSpPr/>
          <p:nvPr/>
        </p:nvSpPr>
        <p:spPr>
          <a:xfrm>
            <a:off x="4480560" y="1261872"/>
            <a:ext cx="64008" cy="621792"/>
          </a:xfrm>
          <a:prstGeom prst="rect">
            <a:avLst/>
          </a:prstGeom>
          <a:solidFill>
            <a:srgbClr val="C49A32"/>
          </a:solidFill>
          <a:ln/>
        </p:spPr>
      </p:sp>
      <p:sp>
        <p:nvSpPr>
          <p:cNvPr id="14" name="Text 12"/>
          <p:cNvSpPr/>
          <p:nvPr/>
        </p:nvSpPr>
        <p:spPr>
          <a:xfrm>
            <a:off x="4645152" y="1389888"/>
            <a:ext cx="2029968" cy="365760"/>
          </a:xfrm>
          <a:prstGeom prst="rect">
            <a:avLst/>
          </a:prstGeom>
          <a:noFill/>
          <a:ln/>
        </p:spPr>
        <p:txBody>
          <a:bodyPr wrap="square" rtlCol="0" anchor="ctr"/>
          <a:lstStyle/>
          <a:p>
            <a:pPr indent="0" marL="0">
              <a:buNone/>
            </a:pPr>
            <a:r>
              <a:rPr lang="en-US" sz="1300" b="1" dirty="0">
                <a:solidFill>
                  <a:srgbClr val="2A1508"/>
                </a:solidFill>
                <a:latin typeface="Calibri" pitchFamily="34" charset="0"/>
                <a:ea typeface="Calibri" pitchFamily="34" charset="-122"/>
                <a:cs typeface="Calibri" pitchFamily="34" charset="-120"/>
              </a:rPr>
              <a:t>Karnataka</a:t>
            </a:r>
            <a:endParaRPr lang="en-US" sz="1300" dirty="0"/>
          </a:p>
        </p:txBody>
      </p:sp>
      <p:sp>
        <p:nvSpPr>
          <p:cNvPr id="15" name="Shape 13"/>
          <p:cNvSpPr/>
          <p:nvPr/>
        </p:nvSpPr>
        <p:spPr>
          <a:xfrm>
            <a:off x="6931152" y="1261872"/>
            <a:ext cx="2286000" cy="621792"/>
          </a:xfrm>
          <a:prstGeom prst="rect">
            <a:avLst/>
          </a:prstGeom>
          <a:solidFill>
            <a:srgbClr val="FFFFFF"/>
          </a:solidFill>
          <a:ln/>
          <a:effectLst>
            <a:outerShdw sx="100000" sy="100000" kx="0" ky="0" algn="bl" rotWithShape="0" blurRad="127000" dist="38100" dir="8100000">
              <a:srgbClr val="000000">
                <a:alpha val="7000"/>
              </a:srgbClr>
            </a:outerShdw>
          </a:effectLst>
        </p:spPr>
      </p:sp>
      <p:sp>
        <p:nvSpPr>
          <p:cNvPr id="16" name="Shape 14"/>
          <p:cNvSpPr/>
          <p:nvPr/>
        </p:nvSpPr>
        <p:spPr>
          <a:xfrm>
            <a:off x="6931152" y="1261872"/>
            <a:ext cx="64008" cy="621792"/>
          </a:xfrm>
          <a:prstGeom prst="rect">
            <a:avLst/>
          </a:prstGeom>
          <a:solidFill>
            <a:srgbClr val="C49A32"/>
          </a:solidFill>
          <a:ln/>
        </p:spPr>
      </p:sp>
      <p:sp>
        <p:nvSpPr>
          <p:cNvPr id="17" name="Text 15"/>
          <p:cNvSpPr/>
          <p:nvPr/>
        </p:nvSpPr>
        <p:spPr>
          <a:xfrm>
            <a:off x="7095744" y="1389888"/>
            <a:ext cx="2029968" cy="365760"/>
          </a:xfrm>
          <a:prstGeom prst="rect">
            <a:avLst/>
          </a:prstGeom>
          <a:noFill/>
          <a:ln/>
        </p:spPr>
        <p:txBody>
          <a:bodyPr wrap="square" rtlCol="0" anchor="ctr"/>
          <a:lstStyle/>
          <a:p>
            <a:pPr indent="0" marL="0">
              <a:buNone/>
            </a:pPr>
            <a:r>
              <a:rPr lang="en-US" sz="1300" b="1" dirty="0">
                <a:solidFill>
                  <a:srgbClr val="2A1508"/>
                </a:solidFill>
                <a:latin typeface="Calibri" pitchFamily="34" charset="0"/>
                <a:ea typeface="Calibri" pitchFamily="34" charset="-122"/>
                <a:cs typeface="Calibri" pitchFamily="34" charset="-120"/>
              </a:rPr>
              <a:t>Tamil Nadu</a:t>
            </a:r>
            <a:endParaRPr lang="en-US" sz="1300" dirty="0"/>
          </a:p>
        </p:txBody>
      </p:sp>
      <p:sp>
        <p:nvSpPr>
          <p:cNvPr id="18" name="Shape 16"/>
          <p:cNvSpPr/>
          <p:nvPr/>
        </p:nvSpPr>
        <p:spPr>
          <a:xfrm>
            <a:off x="9381744" y="1261872"/>
            <a:ext cx="2286000" cy="621792"/>
          </a:xfrm>
          <a:prstGeom prst="rect">
            <a:avLst/>
          </a:prstGeom>
          <a:solidFill>
            <a:srgbClr val="FFFFFF"/>
          </a:solidFill>
          <a:ln/>
          <a:effectLst>
            <a:outerShdw sx="100000" sy="100000" kx="0" ky="0" algn="bl" rotWithShape="0" blurRad="127000" dist="38100" dir="8100000">
              <a:srgbClr val="000000">
                <a:alpha val="7000"/>
              </a:srgbClr>
            </a:outerShdw>
          </a:effectLst>
        </p:spPr>
      </p:sp>
      <p:sp>
        <p:nvSpPr>
          <p:cNvPr id="19" name="Shape 17"/>
          <p:cNvSpPr/>
          <p:nvPr/>
        </p:nvSpPr>
        <p:spPr>
          <a:xfrm>
            <a:off x="9381744" y="1261872"/>
            <a:ext cx="64008" cy="621792"/>
          </a:xfrm>
          <a:prstGeom prst="rect">
            <a:avLst/>
          </a:prstGeom>
          <a:solidFill>
            <a:srgbClr val="C49A32"/>
          </a:solidFill>
          <a:ln/>
        </p:spPr>
      </p:sp>
      <p:sp>
        <p:nvSpPr>
          <p:cNvPr id="20" name="Text 18"/>
          <p:cNvSpPr/>
          <p:nvPr/>
        </p:nvSpPr>
        <p:spPr>
          <a:xfrm>
            <a:off x="9546336" y="1389888"/>
            <a:ext cx="2029968" cy="365760"/>
          </a:xfrm>
          <a:prstGeom prst="rect">
            <a:avLst/>
          </a:prstGeom>
          <a:noFill/>
          <a:ln/>
        </p:spPr>
        <p:txBody>
          <a:bodyPr wrap="square" rtlCol="0" anchor="ctr"/>
          <a:lstStyle/>
          <a:p>
            <a:pPr indent="0" marL="0">
              <a:buNone/>
            </a:pPr>
            <a:r>
              <a:rPr lang="en-US" sz="1300" b="1" dirty="0">
                <a:solidFill>
                  <a:srgbClr val="2A1508"/>
                </a:solidFill>
                <a:latin typeface="Calibri" pitchFamily="34" charset="0"/>
                <a:ea typeface="Calibri" pitchFamily="34" charset="-122"/>
                <a:cs typeface="Calibri" pitchFamily="34" charset="-120"/>
              </a:rPr>
              <a:t>Andhra Pradesh</a:t>
            </a:r>
            <a:endParaRPr lang="en-US" sz="1300" dirty="0"/>
          </a:p>
        </p:txBody>
      </p:sp>
      <p:sp>
        <p:nvSpPr>
          <p:cNvPr id="21" name="Text 19"/>
          <p:cNvSpPr/>
          <p:nvPr/>
        </p:nvSpPr>
        <p:spPr>
          <a:xfrm>
            <a:off x="4480560" y="5715000"/>
            <a:ext cx="1645920" cy="347472"/>
          </a:xfrm>
          <a:prstGeom prst="rect">
            <a:avLst/>
          </a:prstGeom>
          <a:noFill/>
          <a:ln/>
        </p:spPr>
        <p:txBody>
          <a:bodyPr wrap="square" rtlCol="0" anchor="ctr"/>
          <a:lstStyle/>
          <a:p>
            <a:pPr algn="ctr" indent="0" marL="0">
              <a:buNone/>
            </a:pPr>
            <a:r>
              <a:rPr lang="en-US" sz="1800" b="1" dirty="0">
                <a:solidFill>
                  <a:srgbClr val="C49A32"/>
                </a:solidFill>
                <a:latin typeface="Georgia" pitchFamily="34" charset="0"/>
                <a:ea typeface="Georgia" pitchFamily="34" charset="-122"/>
                <a:cs typeface="Georgia" pitchFamily="34" charset="-120"/>
              </a:rPr>
              <a:t>97</a:t>
            </a:r>
            <a:endParaRPr lang="en-US" sz="1800" dirty="0"/>
          </a:p>
        </p:txBody>
      </p:sp>
      <p:sp>
        <p:nvSpPr>
          <p:cNvPr id="22" name="Text 20"/>
          <p:cNvSpPr/>
          <p:nvPr/>
        </p:nvSpPr>
        <p:spPr>
          <a:xfrm>
            <a:off x="4480560" y="6062472"/>
            <a:ext cx="1645920" cy="201168"/>
          </a:xfrm>
          <a:prstGeom prst="rect">
            <a:avLst/>
          </a:prstGeom>
          <a:noFill/>
          <a:ln/>
        </p:spPr>
        <p:txBody>
          <a:bodyPr wrap="square" rtlCol="0" anchor="ctr"/>
          <a:lstStyle/>
          <a:p>
            <a:pPr algn="ctr" indent="0" marL="0">
              <a:buNone/>
            </a:pPr>
            <a:r>
              <a:rPr lang="en-US" sz="750" b="1" spc="100" kern="0" dirty="0">
                <a:solidFill>
                  <a:srgbClr val="9B7B5A"/>
                </a:solidFill>
                <a:latin typeface="Calibri" pitchFamily="34" charset="0"/>
                <a:ea typeface="Calibri" pitchFamily="34" charset="-122"/>
                <a:cs typeface="Calibri" pitchFamily="34" charset="-120"/>
              </a:rPr>
              <a:t>TEACHERS</a:t>
            </a:r>
            <a:endParaRPr lang="en-US" sz="750" dirty="0"/>
          </a:p>
        </p:txBody>
      </p:sp>
      <p:sp>
        <p:nvSpPr>
          <p:cNvPr id="23" name="Shape 21"/>
          <p:cNvSpPr/>
          <p:nvPr/>
        </p:nvSpPr>
        <p:spPr>
          <a:xfrm>
            <a:off x="6236208" y="5760720"/>
            <a:ext cx="13716" cy="502920"/>
          </a:xfrm>
          <a:prstGeom prst="rect">
            <a:avLst/>
          </a:prstGeom>
          <a:solidFill>
            <a:srgbClr val="C49A32">
              <a:alpha val="50000"/>
            </a:srgbClr>
          </a:solidFill>
          <a:ln/>
        </p:spPr>
      </p:sp>
      <p:sp>
        <p:nvSpPr>
          <p:cNvPr id="24" name="Text 22"/>
          <p:cNvSpPr/>
          <p:nvPr/>
        </p:nvSpPr>
        <p:spPr>
          <a:xfrm>
            <a:off x="6400800" y="5715000"/>
            <a:ext cx="1645920" cy="347472"/>
          </a:xfrm>
          <a:prstGeom prst="rect">
            <a:avLst/>
          </a:prstGeom>
          <a:noFill/>
          <a:ln/>
        </p:spPr>
        <p:txBody>
          <a:bodyPr wrap="square" rtlCol="0" anchor="ctr"/>
          <a:lstStyle/>
          <a:p>
            <a:pPr algn="ctr" indent="0" marL="0">
              <a:buNone/>
            </a:pPr>
            <a:r>
              <a:rPr lang="en-US" sz="1800" b="1" dirty="0">
                <a:solidFill>
                  <a:srgbClr val="C49A32"/>
                </a:solidFill>
                <a:latin typeface="Georgia" pitchFamily="34" charset="0"/>
                <a:ea typeface="Georgia" pitchFamily="34" charset="-122"/>
                <a:cs typeface="Georgia" pitchFamily="34" charset="-120"/>
              </a:rPr>
              <a:t>209</a:t>
            </a:r>
            <a:endParaRPr lang="en-US" sz="1800" dirty="0"/>
          </a:p>
        </p:txBody>
      </p:sp>
      <p:sp>
        <p:nvSpPr>
          <p:cNvPr id="25" name="Text 23"/>
          <p:cNvSpPr/>
          <p:nvPr/>
        </p:nvSpPr>
        <p:spPr>
          <a:xfrm>
            <a:off x="6400800" y="6062472"/>
            <a:ext cx="1645920" cy="201168"/>
          </a:xfrm>
          <a:prstGeom prst="rect">
            <a:avLst/>
          </a:prstGeom>
          <a:noFill/>
          <a:ln/>
        </p:spPr>
        <p:txBody>
          <a:bodyPr wrap="square" rtlCol="0" anchor="ctr"/>
          <a:lstStyle/>
          <a:p>
            <a:pPr algn="ctr" indent="0" marL="0">
              <a:buNone/>
            </a:pPr>
            <a:r>
              <a:rPr lang="en-US" sz="750" b="1" spc="100" kern="0" dirty="0">
                <a:solidFill>
                  <a:srgbClr val="9B7B5A"/>
                </a:solidFill>
                <a:latin typeface="Calibri" pitchFamily="34" charset="0"/>
                <a:ea typeface="Calibri" pitchFamily="34" charset="-122"/>
                <a:cs typeface="Calibri" pitchFamily="34" charset="-120"/>
              </a:rPr>
              <a:t>STUDENTS</a:t>
            </a:r>
            <a:endParaRPr lang="en-US" sz="750" dirty="0"/>
          </a:p>
        </p:txBody>
      </p:sp>
      <p:sp>
        <p:nvSpPr>
          <p:cNvPr id="26" name="Shape 24"/>
          <p:cNvSpPr/>
          <p:nvPr/>
        </p:nvSpPr>
        <p:spPr>
          <a:xfrm>
            <a:off x="8156448" y="5760720"/>
            <a:ext cx="13716" cy="502920"/>
          </a:xfrm>
          <a:prstGeom prst="rect">
            <a:avLst/>
          </a:prstGeom>
          <a:solidFill>
            <a:srgbClr val="C49A32">
              <a:alpha val="50000"/>
            </a:srgbClr>
          </a:solidFill>
          <a:ln/>
        </p:spPr>
      </p:sp>
      <p:sp>
        <p:nvSpPr>
          <p:cNvPr id="27" name="Text 25"/>
          <p:cNvSpPr/>
          <p:nvPr/>
        </p:nvSpPr>
        <p:spPr>
          <a:xfrm>
            <a:off x="8321040" y="5715000"/>
            <a:ext cx="1645920" cy="347472"/>
          </a:xfrm>
          <a:prstGeom prst="rect">
            <a:avLst/>
          </a:prstGeom>
          <a:noFill/>
          <a:ln/>
        </p:spPr>
        <p:txBody>
          <a:bodyPr wrap="square" rtlCol="0" anchor="ctr"/>
          <a:lstStyle/>
          <a:p>
            <a:pPr algn="ctr" indent="0" marL="0">
              <a:buNone/>
            </a:pPr>
            <a:r>
              <a:rPr lang="en-US" sz="1800" b="1" dirty="0">
                <a:solidFill>
                  <a:srgbClr val="C49A32"/>
                </a:solidFill>
                <a:latin typeface="Georgia" pitchFamily="34" charset="0"/>
                <a:ea typeface="Georgia" pitchFamily="34" charset="-122"/>
                <a:cs typeface="Georgia" pitchFamily="34" charset="-120"/>
              </a:rPr>
              <a:t>36</a:t>
            </a:r>
            <a:endParaRPr lang="en-US" sz="1800" dirty="0"/>
          </a:p>
        </p:txBody>
      </p:sp>
      <p:sp>
        <p:nvSpPr>
          <p:cNvPr id="28" name="Text 26"/>
          <p:cNvSpPr/>
          <p:nvPr/>
        </p:nvSpPr>
        <p:spPr>
          <a:xfrm>
            <a:off x="8321040" y="6062472"/>
            <a:ext cx="1645920" cy="201168"/>
          </a:xfrm>
          <a:prstGeom prst="rect">
            <a:avLst/>
          </a:prstGeom>
          <a:noFill/>
          <a:ln/>
        </p:spPr>
        <p:txBody>
          <a:bodyPr wrap="square" rtlCol="0" anchor="ctr"/>
          <a:lstStyle/>
          <a:p>
            <a:pPr algn="ctr" indent="0" marL="0">
              <a:buNone/>
            </a:pPr>
            <a:r>
              <a:rPr lang="en-US" sz="750" b="1" spc="100" kern="0" dirty="0">
                <a:solidFill>
                  <a:srgbClr val="9B7B5A"/>
                </a:solidFill>
                <a:latin typeface="Calibri" pitchFamily="34" charset="0"/>
                <a:ea typeface="Calibri" pitchFamily="34" charset="-122"/>
                <a:cs typeface="Calibri" pitchFamily="34" charset="-120"/>
              </a:rPr>
              <a:t>SCHOOLS</a:t>
            </a:r>
            <a:endParaRPr lang="en-US" sz="750" dirty="0"/>
          </a:p>
        </p:txBody>
      </p:sp>
      <p:sp>
        <p:nvSpPr>
          <p:cNvPr id="29" name="Shape 27"/>
          <p:cNvSpPr/>
          <p:nvPr/>
        </p:nvSpPr>
        <p:spPr>
          <a:xfrm>
            <a:off x="10076688" y="5760720"/>
            <a:ext cx="13716" cy="502920"/>
          </a:xfrm>
          <a:prstGeom prst="rect">
            <a:avLst/>
          </a:prstGeom>
          <a:solidFill>
            <a:srgbClr val="C49A32">
              <a:alpha val="50000"/>
            </a:srgbClr>
          </a:solidFill>
          <a:ln/>
        </p:spPr>
      </p:sp>
      <p:sp>
        <p:nvSpPr>
          <p:cNvPr id="30" name="Text 28"/>
          <p:cNvSpPr/>
          <p:nvPr/>
        </p:nvSpPr>
        <p:spPr>
          <a:xfrm>
            <a:off x="10241280" y="5715000"/>
            <a:ext cx="1645920" cy="347472"/>
          </a:xfrm>
          <a:prstGeom prst="rect">
            <a:avLst/>
          </a:prstGeom>
          <a:noFill/>
          <a:ln/>
        </p:spPr>
        <p:txBody>
          <a:bodyPr wrap="square" rtlCol="0" anchor="ctr"/>
          <a:lstStyle/>
          <a:p>
            <a:pPr algn="ctr" indent="0" marL="0">
              <a:buNone/>
            </a:pPr>
            <a:r>
              <a:rPr lang="en-US" sz="1800" b="1" dirty="0">
                <a:solidFill>
                  <a:srgbClr val="C49A32"/>
                </a:solidFill>
                <a:latin typeface="Georgia" pitchFamily="34" charset="0"/>
                <a:ea typeface="Georgia" pitchFamily="34" charset="-122"/>
                <a:cs typeface="Georgia" pitchFamily="34" charset="-120"/>
              </a:rPr>
              <a:t>5</a:t>
            </a:r>
            <a:endParaRPr lang="en-US" sz="1800" dirty="0"/>
          </a:p>
        </p:txBody>
      </p:sp>
      <p:sp>
        <p:nvSpPr>
          <p:cNvPr id="31" name="Text 29"/>
          <p:cNvSpPr/>
          <p:nvPr/>
        </p:nvSpPr>
        <p:spPr>
          <a:xfrm>
            <a:off x="10241280" y="6062472"/>
            <a:ext cx="1645920" cy="201168"/>
          </a:xfrm>
          <a:prstGeom prst="rect">
            <a:avLst/>
          </a:prstGeom>
          <a:noFill/>
          <a:ln/>
        </p:spPr>
        <p:txBody>
          <a:bodyPr wrap="square" rtlCol="0" anchor="ctr"/>
          <a:lstStyle/>
          <a:p>
            <a:pPr algn="ctr" indent="0" marL="0">
              <a:buNone/>
            </a:pPr>
            <a:r>
              <a:rPr lang="en-US" sz="750" b="1" spc="100" kern="0" dirty="0">
                <a:solidFill>
                  <a:srgbClr val="9B7B5A"/>
                </a:solidFill>
                <a:latin typeface="Calibri" pitchFamily="34" charset="0"/>
                <a:ea typeface="Calibri" pitchFamily="34" charset="-122"/>
                <a:cs typeface="Calibri" pitchFamily="34" charset="-120"/>
              </a:rPr>
              <a:t>ACTIVITIES</a:t>
            </a:r>
            <a:endParaRPr lang="en-US" sz="750" dirty="0"/>
          </a:p>
        </p:txBody>
      </p:sp>
      <p:sp>
        <p:nvSpPr>
          <p:cNvPr id="32" name="Text 30"/>
          <p:cNvSpPr/>
          <p:nvPr/>
        </p:nvSpPr>
        <p:spPr>
          <a:xfrm>
            <a:off x="4480560" y="6236208"/>
            <a:ext cx="7406640" cy="201168"/>
          </a:xfrm>
          <a:prstGeom prst="rect">
            <a:avLst/>
          </a:prstGeom>
          <a:noFill/>
          <a:ln/>
        </p:spPr>
        <p:txBody>
          <a:bodyPr wrap="square" rtlCol="0" anchor="ctr"/>
          <a:lstStyle/>
          <a:p>
            <a:pPr indent="0" marL="0">
              <a:buNone/>
            </a:pPr>
            <a:r>
              <a:rPr lang="en-US" sz="800" i="1" dirty="0">
                <a:solidFill>
                  <a:srgbClr val="9B7B5A"/>
                </a:solidFill>
                <a:latin typeface="Calibri" pitchFamily="34" charset="0"/>
                <a:ea typeface="Calibri" pitchFamily="34" charset="-122"/>
                <a:cs typeface="Calibri" pitchFamily="34" charset="-120"/>
              </a:rPr>
              <a:t>Karnataka: 120 students · 50 teachers     Andhra Pradesh: 89 students · 15 teachers     Tamil Nadu: 0 students · 32 teachers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2A1508"/>
          </a:solidFill>
          <a:ln/>
        </p:spPr>
      </p:sp>
      <p:sp>
        <p:nvSpPr>
          <p:cNvPr id="3" name="Text 1"/>
          <p:cNvSpPr/>
          <p:nvPr/>
        </p:nvSpPr>
        <p:spPr>
          <a:xfrm>
            <a:off x="7132320" y="-731520"/>
            <a:ext cx="5029200" cy="4572000"/>
          </a:xfrm>
          <a:prstGeom prst="rect">
            <a:avLst/>
          </a:prstGeom>
          <a:noFill/>
          <a:ln/>
        </p:spPr>
        <p:txBody>
          <a:bodyPr wrap="square" lIns="0" tIns="0" rIns="0" bIns="0" rtlCol="0" anchor="ctr"/>
          <a:lstStyle/>
          <a:p>
            <a:pPr algn="r" indent="0" marL="0">
              <a:buNone/>
            </a:pPr>
            <a:r>
              <a:rPr lang="en-US" sz="28000" b="1" dirty="0">
                <a:solidFill>
                  <a:srgbClr val="C49A32">
                    <a:alpha val="9000"/>
                  </a:srgbClr>
                </a:solidFill>
                <a:latin typeface="Georgia" pitchFamily="34" charset="0"/>
                <a:ea typeface="Georgia" pitchFamily="34" charset="-122"/>
                <a:cs typeface="Georgia" pitchFamily="34" charset="-120"/>
              </a:rPr>
              <a:t>08</a:t>
            </a:r>
            <a:endParaRPr lang="en-US" sz="28000" dirty="0"/>
          </a:p>
        </p:txBody>
      </p:sp>
      <p:sp>
        <p:nvSpPr>
          <p:cNvPr id="4" name="Text 2"/>
          <p:cNvSpPr/>
          <p:nvPr/>
        </p:nvSpPr>
        <p:spPr>
          <a:xfrm>
            <a:off x="594360" y="201168"/>
            <a:ext cx="10972800" cy="256032"/>
          </a:xfrm>
          <a:prstGeom prst="rect">
            <a:avLst/>
          </a:prstGeom>
          <a:noFill/>
          <a:ln/>
        </p:spPr>
        <p:txBody>
          <a:bodyPr wrap="square" rtlCol="0" anchor="ctr"/>
          <a:lstStyle/>
          <a:p>
            <a:pPr indent="0" marL="0">
              <a:buNone/>
            </a:pPr>
            <a:r>
              <a:rPr lang="en-US" sz="850" b="1" spc="500" kern="0" dirty="0">
                <a:solidFill>
                  <a:srgbClr val="C49A32"/>
                </a:solidFill>
                <a:latin typeface="Calibri" pitchFamily="34" charset="0"/>
                <a:ea typeface="Calibri" pitchFamily="34" charset="-122"/>
                <a:cs typeface="Calibri" pitchFamily="34" charset="-120"/>
              </a:rPr>
              <a:t>FINANCIALS</a:t>
            </a:r>
            <a:endParaRPr lang="en-US" sz="850" dirty="0"/>
          </a:p>
        </p:txBody>
      </p:sp>
      <p:sp>
        <p:nvSpPr>
          <p:cNvPr id="5" name="Text 3"/>
          <p:cNvSpPr/>
          <p:nvPr/>
        </p:nvSpPr>
        <p:spPr>
          <a:xfrm>
            <a:off x="594360" y="475488"/>
            <a:ext cx="10698480" cy="658368"/>
          </a:xfrm>
          <a:prstGeom prst="rect">
            <a:avLst/>
          </a:prstGeom>
          <a:noFill/>
          <a:ln/>
        </p:spPr>
        <p:txBody>
          <a:bodyPr wrap="square" rtlCol="0" anchor="ctr"/>
          <a:lstStyle/>
          <a:p>
            <a:pPr indent="0" marL="0">
              <a:buNone/>
            </a:pPr>
            <a:r>
              <a:rPr lang="en-US" sz="2800" b="1" dirty="0">
                <a:solidFill>
                  <a:srgbClr val="2A1508"/>
                </a:solidFill>
                <a:latin typeface="Georgia" pitchFamily="34" charset="0"/>
                <a:ea typeface="Georgia" pitchFamily="34" charset="-122"/>
                <a:cs typeface="Georgia" pitchFamily="34" charset="-120"/>
              </a:rPr>
              <a:t>Budget &amp; Utilisation</a:t>
            </a:r>
            <a:endParaRPr lang="en-US" sz="2800" dirty="0"/>
          </a:p>
        </p:txBody>
      </p:sp>
      <p:sp>
        <p:nvSpPr>
          <p:cNvPr id="6" name="Shape 4"/>
          <p:cNvSpPr/>
          <p:nvPr/>
        </p:nvSpPr>
        <p:spPr>
          <a:xfrm>
            <a:off x="0" y="6501384"/>
            <a:ext cx="12188952" cy="36576"/>
          </a:xfrm>
          <a:prstGeom prst="rect">
            <a:avLst/>
          </a:prstGeom>
          <a:solidFill>
            <a:srgbClr val="C49A32"/>
          </a:solidFill>
          <a:ln/>
        </p:spPr>
      </p:sp>
      <p:sp>
        <p:nvSpPr>
          <p:cNvPr id="7" name="Text 5"/>
          <p:cNvSpPr/>
          <p:nvPr/>
        </p:nvSpPr>
        <p:spPr>
          <a:xfrm>
            <a:off x="594360" y="6565392"/>
            <a:ext cx="5486400" cy="201168"/>
          </a:xfrm>
          <a:prstGeom prst="rect">
            <a:avLst/>
          </a:prstGeom>
          <a:noFill/>
          <a:ln/>
        </p:spPr>
        <p:txBody>
          <a:bodyPr wrap="square" rtlCol="0" anchor="ctr"/>
          <a:lstStyle/>
          <a:p>
            <a:pPr indent="0" marL="0">
              <a:buNone/>
            </a:pPr>
            <a:r>
              <a:rPr lang="en-US" sz="750" dirty="0">
                <a:solidFill>
                  <a:srgbClr val="9B7B5A"/>
                </a:solidFill>
                <a:latin typeface="Calibri" pitchFamily="34" charset="0"/>
                <a:ea typeface="Calibri" pitchFamily="34" charset="-122"/>
                <a:cs typeface="Calibri" pitchFamily="34" charset="-120"/>
              </a:rPr>
              <a:t>Vision Empower</a:t>
            </a:r>
            <a:endParaRPr lang="en-US" sz="750" dirty="0"/>
          </a:p>
        </p:txBody>
      </p:sp>
      <p:sp>
        <p:nvSpPr>
          <p:cNvPr id="8" name="Text 6"/>
          <p:cNvSpPr/>
          <p:nvPr/>
        </p:nvSpPr>
        <p:spPr>
          <a:xfrm>
            <a:off x="10515600" y="6565392"/>
            <a:ext cx="1463040" cy="201168"/>
          </a:xfrm>
          <a:prstGeom prst="rect">
            <a:avLst/>
          </a:prstGeom>
          <a:noFill/>
          <a:ln/>
        </p:spPr>
        <p:txBody>
          <a:bodyPr wrap="square" rtlCol="0" anchor="ctr"/>
          <a:lstStyle/>
          <a:p>
            <a:pPr algn="r" indent="0" marL="0">
              <a:buNone/>
            </a:pPr>
            <a:r>
              <a:rPr lang="en-US" sz="750" dirty="0">
                <a:solidFill>
                  <a:srgbClr val="9B7B5A"/>
                </a:solidFill>
                <a:latin typeface="Calibri" pitchFamily="34" charset="0"/>
                <a:ea typeface="Calibri" pitchFamily="34" charset="-122"/>
                <a:cs typeface="Calibri" pitchFamily="34" charset="-120"/>
              </a:rPr>
              <a:t>8 / 9</a:t>
            </a:r>
            <a:endParaRPr lang="en-US" sz="750" dirty="0"/>
          </a:p>
        </p:txBody>
      </p:sp>
      <p:sp>
        <p:nvSpPr>
          <p:cNvPr id="9" name="Shape 7"/>
          <p:cNvSpPr/>
          <p:nvPr/>
        </p:nvSpPr>
        <p:spPr>
          <a:xfrm>
            <a:off x="594360" y="1261872"/>
            <a:ext cx="2606040" cy="141732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10" name="Shape 8"/>
          <p:cNvSpPr/>
          <p:nvPr/>
        </p:nvSpPr>
        <p:spPr>
          <a:xfrm>
            <a:off x="594360" y="1261872"/>
            <a:ext cx="2606040" cy="50292"/>
          </a:xfrm>
          <a:prstGeom prst="rect">
            <a:avLst/>
          </a:prstGeom>
          <a:solidFill>
            <a:srgbClr val="C49A32"/>
          </a:solidFill>
          <a:ln/>
        </p:spPr>
      </p:sp>
      <p:sp>
        <p:nvSpPr>
          <p:cNvPr id="11" name="Text 9"/>
          <p:cNvSpPr/>
          <p:nvPr/>
        </p:nvSpPr>
        <p:spPr>
          <a:xfrm>
            <a:off x="685800" y="1426464"/>
            <a:ext cx="2423160" cy="749808"/>
          </a:xfrm>
          <a:prstGeom prst="rect">
            <a:avLst/>
          </a:prstGeom>
          <a:noFill/>
          <a:ln/>
        </p:spPr>
        <p:txBody>
          <a:bodyPr wrap="square" rtlCol="0" anchor="ctr"/>
          <a:lstStyle/>
          <a:p>
            <a:pPr algn="ctr" indent="0" marL="0">
              <a:buNone/>
            </a:pPr>
            <a:r>
              <a:rPr lang="en-US" sz="2800" b="1" dirty="0">
                <a:solidFill>
                  <a:srgbClr val="2A1508"/>
                </a:solidFill>
                <a:latin typeface="Georgia" pitchFamily="34" charset="0"/>
                <a:ea typeface="Georgia" pitchFamily="34" charset="-122"/>
                <a:cs typeface="Georgia" pitchFamily="34" charset="-120"/>
              </a:rPr>
              <a:t>₹25.0L</a:t>
            </a:r>
            <a:endParaRPr lang="en-US" sz="2800" dirty="0"/>
          </a:p>
        </p:txBody>
      </p:sp>
      <p:sp>
        <p:nvSpPr>
          <p:cNvPr id="12" name="Text 10"/>
          <p:cNvSpPr/>
          <p:nvPr/>
        </p:nvSpPr>
        <p:spPr>
          <a:xfrm>
            <a:off x="685800" y="2231136"/>
            <a:ext cx="2423160" cy="347472"/>
          </a:xfrm>
          <a:prstGeom prst="rect">
            <a:avLst/>
          </a:prstGeom>
          <a:noFill/>
          <a:ln/>
        </p:spPr>
        <p:txBody>
          <a:bodyPr wrap="square" rtlCol="0" anchor="ctr"/>
          <a:lstStyle/>
          <a:p>
            <a:pPr algn="ctr" indent="0" marL="0">
              <a:buNone/>
            </a:pPr>
            <a:r>
              <a:rPr lang="en-US" sz="800" b="1" spc="100" kern="0" dirty="0">
                <a:solidFill>
                  <a:srgbClr val="9B7B5A"/>
                </a:solidFill>
                <a:latin typeface="Calibri" pitchFamily="34" charset="0"/>
                <a:ea typeface="Calibri" pitchFamily="34" charset="-122"/>
                <a:cs typeface="Calibri" pitchFamily="34" charset="-120"/>
              </a:rPr>
              <a:t>APPROVED BUDGET</a:t>
            </a:r>
            <a:endParaRPr lang="en-US" sz="800" dirty="0"/>
          </a:p>
        </p:txBody>
      </p:sp>
      <p:sp>
        <p:nvSpPr>
          <p:cNvPr id="13" name="Shape 11"/>
          <p:cNvSpPr/>
          <p:nvPr/>
        </p:nvSpPr>
        <p:spPr>
          <a:xfrm>
            <a:off x="3392424" y="1261872"/>
            <a:ext cx="2606040" cy="141732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14" name="Shape 12"/>
          <p:cNvSpPr/>
          <p:nvPr/>
        </p:nvSpPr>
        <p:spPr>
          <a:xfrm>
            <a:off x="3392424" y="1261872"/>
            <a:ext cx="2606040" cy="50292"/>
          </a:xfrm>
          <a:prstGeom prst="rect">
            <a:avLst/>
          </a:prstGeom>
          <a:solidFill>
            <a:srgbClr val="C49A32"/>
          </a:solidFill>
          <a:ln/>
        </p:spPr>
      </p:sp>
      <p:sp>
        <p:nvSpPr>
          <p:cNvPr id="15" name="Text 13"/>
          <p:cNvSpPr/>
          <p:nvPr/>
        </p:nvSpPr>
        <p:spPr>
          <a:xfrm>
            <a:off x="3483864" y="1426464"/>
            <a:ext cx="2423160" cy="749808"/>
          </a:xfrm>
          <a:prstGeom prst="rect">
            <a:avLst/>
          </a:prstGeom>
          <a:noFill/>
          <a:ln/>
        </p:spPr>
        <p:txBody>
          <a:bodyPr wrap="square" rtlCol="0" anchor="ctr"/>
          <a:lstStyle/>
          <a:p>
            <a:pPr algn="ctr" indent="0" marL="0">
              <a:buNone/>
            </a:pPr>
            <a:r>
              <a:rPr lang="en-US" sz="2800" b="1" dirty="0">
                <a:solidFill>
                  <a:srgbClr val="2A1508"/>
                </a:solidFill>
                <a:latin typeface="Georgia" pitchFamily="34" charset="0"/>
                <a:ea typeface="Georgia" pitchFamily="34" charset="-122"/>
                <a:cs typeface="Georgia" pitchFamily="34" charset="-120"/>
              </a:rPr>
              <a:t>₹19.1L</a:t>
            </a:r>
            <a:endParaRPr lang="en-US" sz="2800" dirty="0"/>
          </a:p>
        </p:txBody>
      </p:sp>
      <p:sp>
        <p:nvSpPr>
          <p:cNvPr id="16" name="Text 14"/>
          <p:cNvSpPr/>
          <p:nvPr/>
        </p:nvSpPr>
        <p:spPr>
          <a:xfrm>
            <a:off x="3483864" y="2231136"/>
            <a:ext cx="2423160" cy="347472"/>
          </a:xfrm>
          <a:prstGeom prst="rect">
            <a:avLst/>
          </a:prstGeom>
          <a:noFill/>
          <a:ln/>
        </p:spPr>
        <p:txBody>
          <a:bodyPr wrap="square" rtlCol="0" anchor="ctr"/>
          <a:lstStyle/>
          <a:p>
            <a:pPr algn="ctr" indent="0" marL="0">
              <a:buNone/>
            </a:pPr>
            <a:r>
              <a:rPr lang="en-US" sz="800" b="1" spc="100" kern="0" dirty="0">
                <a:solidFill>
                  <a:srgbClr val="9B7B5A"/>
                </a:solidFill>
                <a:latin typeface="Calibri" pitchFamily="34" charset="0"/>
                <a:ea typeface="Calibri" pitchFamily="34" charset="-122"/>
                <a:cs typeface="Calibri" pitchFamily="34" charset="-120"/>
              </a:rPr>
              <a:t>AMOUNT SPENT</a:t>
            </a:r>
            <a:endParaRPr lang="en-US" sz="800" dirty="0"/>
          </a:p>
        </p:txBody>
      </p:sp>
      <p:sp>
        <p:nvSpPr>
          <p:cNvPr id="17" name="Shape 15"/>
          <p:cNvSpPr/>
          <p:nvPr/>
        </p:nvSpPr>
        <p:spPr>
          <a:xfrm>
            <a:off x="6190488" y="1261872"/>
            <a:ext cx="2606040" cy="141732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18" name="Shape 16"/>
          <p:cNvSpPr/>
          <p:nvPr/>
        </p:nvSpPr>
        <p:spPr>
          <a:xfrm>
            <a:off x="6190488" y="1261872"/>
            <a:ext cx="2606040" cy="50292"/>
          </a:xfrm>
          <a:prstGeom prst="rect">
            <a:avLst/>
          </a:prstGeom>
          <a:solidFill>
            <a:srgbClr val="C49A32"/>
          </a:solidFill>
          <a:ln/>
        </p:spPr>
      </p:sp>
      <p:sp>
        <p:nvSpPr>
          <p:cNvPr id="19" name="Text 17"/>
          <p:cNvSpPr/>
          <p:nvPr/>
        </p:nvSpPr>
        <p:spPr>
          <a:xfrm>
            <a:off x="6281928" y="1426464"/>
            <a:ext cx="2423160" cy="749808"/>
          </a:xfrm>
          <a:prstGeom prst="rect">
            <a:avLst/>
          </a:prstGeom>
          <a:noFill/>
          <a:ln/>
        </p:spPr>
        <p:txBody>
          <a:bodyPr wrap="square" rtlCol="0" anchor="ctr"/>
          <a:lstStyle/>
          <a:p>
            <a:pPr algn="ctr" indent="0" marL="0">
              <a:buNone/>
            </a:pPr>
            <a:r>
              <a:rPr lang="en-US" sz="2800" b="1" dirty="0">
                <a:solidFill>
                  <a:srgbClr val="2A1508"/>
                </a:solidFill>
                <a:latin typeface="Georgia" pitchFamily="34" charset="0"/>
                <a:ea typeface="Georgia" pitchFamily="34" charset="-122"/>
                <a:cs typeface="Georgia" pitchFamily="34" charset="-120"/>
              </a:rPr>
              <a:t>₹5.8L</a:t>
            </a:r>
            <a:endParaRPr lang="en-US" sz="2800" dirty="0"/>
          </a:p>
        </p:txBody>
      </p:sp>
      <p:sp>
        <p:nvSpPr>
          <p:cNvPr id="20" name="Text 18"/>
          <p:cNvSpPr/>
          <p:nvPr/>
        </p:nvSpPr>
        <p:spPr>
          <a:xfrm>
            <a:off x="6281928" y="2231136"/>
            <a:ext cx="2423160" cy="347472"/>
          </a:xfrm>
          <a:prstGeom prst="rect">
            <a:avLst/>
          </a:prstGeom>
          <a:noFill/>
          <a:ln/>
        </p:spPr>
        <p:txBody>
          <a:bodyPr wrap="square" rtlCol="0" anchor="ctr"/>
          <a:lstStyle/>
          <a:p>
            <a:pPr algn="ctr" indent="0" marL="0">
              <a:buNone/>
            </a:pPr>
            <a:r>
              <a:rPr lang="en-US" sz="800" b="1" spc="100" kern="0" dirty="0">
                <a:solidFill>
                  <a:srgbClr val="9B7B5A"/>
                </a:solidFill>
                <a:latin typeface="Calibri" pitchFamily="34" charset="0"/>
                <a:ea typeface="Calibri" pitchFamily="34" charset="-122"/>
                <a:cs typeface="Calibri" pitchFamily="34" charset="-120"/>
              </a:rPr>
              <a:t>BALANCE REMAINING</a:t>
            </a:r>
            <a:endParaRPr lang="en-US" sz="800" dirty="0"/>
          </a:p>
        </p:txBody>
      </p:sp>
      <p:sp>
        <p:nvSpPr>
          <p:cNvPr id="21" name="Shape 19"/>
          <p:cNvSpPr/>
          <p:nvPr/>
        </p:nvSpPr>
        <p:spPr>
          <a:xfrm>
            <a:off x="8988552" y="1261872"/>
            <a:ext cx="2606040" cy="1417320"/>
          </a:xfrm>
          <a:prstGeom prst="rect">
            <a:avLst/>
          </a:prstGeom>
          <a:solidFill>
            <a:srgbClr val="F5EDD0"/>
          </a:solidFill>
          <a:ln/>
          <a:effectLst>
            <a:outerShdw sx="100000" sy="100000" kx="0" ky="0" algn="bl" rotWithShape="0" blurRad="127000" dist="38100" dir="8100000">
              <a:srgbClr val="000000">
                <a:alpha val="7000"/>
              </a:srgbClr>
            </a:outerShdw>
          </a:effectLst>
        </p:spPr>
      </p:sp>
      <p:sp>
        <p:nvSpPr>
          <p:cNvPr id="22" name="Shape 20"/>
          <p:cNvSpPr/>
          <p:nvPr/>
        </p:nvSpPr>
        <p:spPr>
          <a:xfrm>
            <a:off x="8988552" y="1261872"/>
            <a:ext cx="2606040" cy="50292"/>
          </a:xfrm>
          <a:prstGeom prst="rect">
            <a:avLst/>
          </a:prstGeom>
          <a:solidFill>
            <a:srgbClr val="C49A32"/>
          </a:solidFill>
          <a:ln/>
        </p:spPr>
      </p:sp>
      <p:sp>
        <p:nvSpPr>
          <p:cNvPr id="23" name="Text 21"/>
          <p:cNvSpPr/>
          <p:nvPr/>
        </p:nvSpPr>
        <p:spPr>
          <a:xfrm>
            <a:off x="9079992" y="1426464"/>
            <a:ext cx="2423160" cy="749808"/>
          </a:xfrm>
          <a:prstGeom prst="rect">
            <a:avLst/>
          </a:prstGeom>
          <a:noFill/>
          <a:ln/>
        </p:spPr>
        <p:txBody>
          <a:bodyPr wrap="square" rtlCol="0" anchor="ctr"/>
          <a:lstStyle/>
          <a:p>
            <a:pPr algn="ctr" indent="0" marL="0">
              <a:buNone/>
            </a:pPr>
            <a:r>
              <a:rPr lang="en-US" sz="2800" b="1" dirty="0">
                <a:solidFill>
                  <a:srgbClr val="2A1508"/>
                </a:solidFill>
                <a:latin typeface="Georgia" pitchFamily="34" charset="0"/>
                <a:ea typeface="Georgia" pitchFamily="34" charset="-122"/>
                <a:cs typeface="Georgia" pitchFamily="34" charset="-120"/>
              </a:rPr>
              <a:t>77%</a:t>
            </a:r>
            <a:endParaRPr lang="en-US" sz="2800" dirty="0"/>
          </a:p>
        </p:txBody>
      </p:sp>
      <p:sp>
        <p:nvSpPr>
          <p:cNvPr id="24" name="Text 22"/>
          <p:cNvSpPr/>
          <p:nvPr/>
        </p:nvSpPr>
        <p:spPr>
          <a:xfrm>
            <a:off x="9079992" y="2231136"/>
            <a:ext cx="2423160" cy="347472"/>
          </a:xfrm>
          <a:prstGeom prst="rect">
            <a:avLst/>
          </a:prstGeom>
          <a:noFill/>
          <a:ln/>
        </p:spPr>
        <p:txBody>
          <a:bodyPr wrap="square" rtlCol="0" anchor="ctr"/>
          <a:lstStyle/>
          <a:p>
            <a:pPr algn="ctr" indent="0" marL="0">
              <a:buNone/>
            </a:pPr>
            <a:r>
              <a:rPr lang="en-US" sz="800" b="1" spc="100" kern="0" dirty="0">
                <a:solidFill>
                  <a:srgbClr val="9B7B5A"/>
                </a:solidFill>
                <a:latin typeface="Calibri" pitchFamily="34" charset="0"/>
                <a:ea typeface="Calibri" pitchFamily="34" charset="-122"/>
                <a:cs typeface="Calibri" pitchFamily="34" charset="-120"/>
              </a:rPr>
              <a:t>UTILISATION %</a:t>
            </a:r>
            <a:endParaRPr lang="en-US" sz="800" dirty="0"/>
          </a:p>
        </p:txBody>
      </p:sp>
      <p:sp>
        <p:nvSpPr>
          <p:cNvPr id="25" name="Text 23"/>
          <p:cNvSpPr/>
          <p:nvPr/>
        </p:nvSpPr>
        <p:spPr>
          <a:xfrm>
            <a:off x="594360" y="2852928"/>
            <a:ext cx="10972800" cy="256032"/>
          </a:xfrm>
          <a:prstGeom prst="rect">
            <a:avLst/>
          </a:prstGeom>
          <a:noFill/>
          <a:ln/>
        </p:spPr>
        <p:txBody>
          <a:bodyPr wrap="square" rtlCol="0" anchor="ctr"/>
          <a:lstStyle/>
          <a:p>
            <a:pPr indent="0" marL="0">
              <a:buNone/>
            </a:pPr>
            <a:r>
              <a:rPr lang="en-US" sz="1000" dirty="0">
                <a:solidFill>
                  <a:srgbClr val="9B7B5A"/>
                </a:solidFill>
                <a:latin typeface="Calibri" pitchFamily="34" charset="0"/>
                <a:ea typeface="Calibri" pitchFamily="34" charset="-122"/>
                <a:cs typeface="Calibri" pitchFamily="34" charset="-120"/>
              </a:rPr>
              <a:t>Budget breakdown by category</a:t>
            </a:r>
            <a:endParaRPr lang="en-US" sz="1000" dirty="0"/>
          </a:p>
        </p:txBody>
      </p:sp>
      <p:sp>
        <p:nvSpPr>
          <p:cNvPr id="26" name="Text 24"/>
          <p:cNvSpPr/>
          <p:nvPr/>
        </p:nvSpPr>
        <p:spPr>
          <a:xfrm>
            <a:off x="594360" y="3127248"/>
            <a:ext cx="3474720" cy="347472"/>
          </a:xfrm>
          <a:prstGeom prst="rect">
            <a:avLst/>
          </a:prstGeom>
          <a:noFill/>
          <a:ln/>
        </p:spPr>
        <p:txBody>
          <a:bodyPr wrap="square" rtlCol="0" anchor="ctr"/>
          <a:lstStyle/>
          <a:p>
            <a:pPr indent="0" marL="0">
              <a:buNone/>
            </a:pPr>
            <a:r>
              <a:rPr lang="en-US" sz="1100" dirty="0">
                <a:solidFill>
                  <a:srgbClr val="2A1508"/>
                </a:solidFill>
                <a:latin typeface="Calibri" pitchFamily="34" charset="0"/>
                <a:ea typeface="Calibri" pitchFamily="34" charset="-122"/>
                <a:cs typeface="Calibri" pitchFamily="34" charset="-120"/>
              </a:rPr>
              <a:t>Personnel &amp; Training Delivery</a:t>
            </a:r>
            <a:endParaRPr lang="en-US" sz="1100" dirty="0"/>
          </a:p>
        </p:txBody>
      </p:sp>
      <p:sp>
        <p:nvSpPr>
          <p:cNvPr id="27" name="Text 25"/>
          <p:cNvSpPr/>
          <p:nvPr/>
        </p:nvSpPr>
        <p:spPr>
          <a:xfrm>
            <a:off x="4160520" y="3127248"/>
            <a:ext cx="2103120" cy="347472"/>
          </a:xfrm>
          <a:prstGeom prst="rect">
            <a:avLst/>
          </a:prstGeom>
          <a:noFill/>
          <a:ln/>
        </p:spPr>
        <p:txBody>
          <a:bodyPr wrap="square" rtlCol="0" anchor="ctr"/>
          <a:lstStyle/>
          <a:p>
            <a:pPr algn="r" indent="0" marL="0">
              <a:buNone/>
            </a:pPr>
            <a:r>
              <a:rPr lang="en-US" sz="900" dirty="0">
                <a:solidFill>
                  <a:srgbClr val="9B7B5A"/>
                </a:solidFill>
                <a:latin typeface="Calibri" pitchFamily="34" charset="0"/>
                <a:ea typeface="Calibri" pitchFamily="34" charset="-122"/>
                <a:cs typeface="Calibri" pitchFamily="34" charset="-120"/>
              </a:rPr>
              <a:t>₹8.9L / ₹12.0L</a:t>
            </a:r>
            <a:endParaRPr lang="en-US" sz="900" dirty="0"/>
          </a:p>
        </p:txBody>
      </p:sp>
      <p:sp>
        <p:nvSpPr>
          <p:cNvPr id="28" name="Shape 26"/>
          <p:cNvSpPr/>
          <p:nvPr/>
        </p:nvSpPr>
        <p:spPr>
          <a:xfrm>
            <a:off x="6400800" y="3255264"/>
            <a:ext cx="4754880" cy="164592"/>
          </a:xfrm>
          <a:prstGeom prst="rect">
            <a:avLst/>
          </a:prstGeom>
          <a:solidFill>
            <a:srgbClr val="E8DDD0"/>
          </a:solidFill>
          <a:ln/>
        </p:spPr>
      </p:sp>
      <p:sp>
        <p:nvSpPr>
          <p:cNvPr id="29" name="Shape 27"/>
          <p:cNvSpPr/>
          <p:nvPr/>
        </p:nvSpPr>
        <p:spPr>
          <a:xfrm>
            <a:off x="6400800" y="3255264"/>
            <a:ext cx="3518611" cy="164592"/>
          </a:xfrm>
          <a:prstGeom prst="rect">
            <a:avLst/>
          </a:prstGeom>
          <a:solidFill>
            <a:srgbClr val="2A1508"/>
          </a:solidFill>
          <a:ln/>
        </p:spPr>
      </p:sp>
      <p:sp>
        <p:nvSpPr>
          <p:cNvPr id="30" name="Text 28"/>
          <p:cNvSpPr/>
          <p:nvPr/>
        </p:nvSpPr>
        <p:spPr>
          <a:xfrm>
            <a:off x="11247120" y="3127248"/>
            <a:ext cx="640080" cy="347472"/>
          </a:xfrm>
          <a:prstGeom prst="rect">
            <a:avLst/>
          </a:prstGeom>
          <a:noFill/>
          <a:ln/>
        </p:spPr>
        <p:txBody>
          <a:bodyPr wrap="square" rtlCol="0" anchor="ctr"/>
          <a:lstStyle/>
          <a:p>
            <a:pPr algn="r" indent="0" marL="0">
              <a:buNone/>
            </a:pPr>
            <a:r>
              <a:rPr lang="en-US" sz="1000" dirty="0">
                <a:solidFill>
                  <a:srgbClr val="3D2010"/>
                </a:solidFill>
                <a:latin typeface="Calibri" pitchFamily="34" charset="0"/>
                <a:ea typeface="Calibri" pitchFamily="34" charset="-122"/>
                <a:cs typeface="Calibri" pitchFamily="34" charset="-120"/>
              </a:rPr>
              <a:t>74%</a:t>
            </a:r>
            <a:endParaRPr lang="en-US" sz="1000" dirty="0"/>
          </a:p>
        </p:txBody>
      </p:sp>
      <p:sp>
        <p:nvSpPr>
          <p:cNvPr id="31" name="Text 29"/>
          <p:cNvSpPr/>
          <p:nvPr/>
        </p:nvSpPr>
        <p:spPr>
          <a:xfrm>
            <a:off x="594360" y="3602736"/>
            <a:ext cx="3474720" cy="347472"/>
          </a:xfrm>
          <a:prstGeom prst="rect">
            <a:avLst/>
          </a:prstGeom>
          <a:noFill/>
          <a:ln/>
        </p:spPr>
        <p:txBody>
          <a:bodyPr wrap="square" rtlCol="0" anchor="ctr"/>
          <a:lstStyle/>
          <a:p>
            <a:pPr indent="0" marL="0">
              <a:buNone/>
            </a:pPr>
            <a:r>
              <a:rPr lang="en-US" sz="1100" dirty="0">
                <a:solidFill>
                  <a:srgbClr val="2A1508"/>
                </a:solidFill>
                <a:latin typeface="Calibri" pitchFamily="34" charset="0"/>
                <a:ea typeface="Calibri" pitchFamily="34" charset="-122"/>
                <a:cs typeface="Calibri" pitchFamily="34" charset="-120"/>
              </a:rPr>
              <a:t>Materials &amp; Resource Kits</a:t>
            </a:r>
            <a:endParaRPr lang="en-US" sz="1100" dirty="0"/>
          </a:p>
        </p:txBody>
      </p:sp>
      <p:sp>
        <p:nvSpPr>
          <p:cNvPr id="32" name="Text 30"/>
          <p:cNvSpPr/>
          <p:nvPr/>
        </p:nvSpPr>
        <p:spPr>
          <a:xfrm>
            <a:off x="4160520" y="3602736"/>
            <a:ext cx="2103120" cy="347472"/>
          </a:xfrm>
          <a:prstGeom prst="rect">
            <a:avLst/>
          </a:prstGeom>
          <a:noFill/>
          <a:ln/>
        </p:spPr>
        <p:txBody>
          <a:bodyPr wrap="square" rtlCol="0" anchor="ctr"/>
          <a:lstStyle/>
          <a:p>
            <a:pPr algn="r" indent="0" marL="0">
              <a:buNone/>
            </a:pPr>
            <a:r>
              <a:rPr lang="en-US" sz="900" dirty="0">
                <a:solidFill>
                  <a:srgbClr val="9B7B5A"/>
                </a:solidFill>
                <a:latin typeface="Calibri" pitchFamily="34" charset="0"/>
                <a:ea typeface="Calibri" pitchFamily="34" charset="-122"/>
                <a:cs typeface="Calibri" pitchFamily="34" charset="-120"/>
              </a:rPr>
              <a:t>₹6.0L / ₹6.0L</a:t>
            </a:r>
            <a:endParaRPr lang="en-US" sz="900" dirty="0"/>
          </a:p>
        </p:txBody>
      </p:sp>
      <p:sp>
        <p:nvSpPr>
          <p:cNvPr id="33" name="Shape 31"/>
          <p:cNvSpPr/>
          <p:nvPr/>
        </p:nvSpPr>
        <p:spPr>
          <a:xfrm>
            <a:off x="6400800" y="3730752"/>
            <a:ext cx="4754880" cy="164592"/>
          </a:xfrm>
          <a:prstGeom prst="rect">
            <a:avLst/>
          </a:prstGeom>
          <a:solidFill>
            <a:srgbClr val="E8DDD0"/>
          </a:solidFill>
          <a:ln/>
        </p:spPr>
      </p:sp>
      <p:sp>
        <p:nvSpPr>
          <p:cNvPr id="34" name="Shape 32"/>
          <p:cNvSpPr/>
          <p:nvPr/>
        </p:nvSpPr>
        <p:spPr>
          <a:xfrm>
            <a:off x="6400800" y="3730752"/>
            <a:ext cx="4754880" cy="164592"/>
          </a:xfrm>
          <a:prstGeom prst="rect">
            <a:avLst/>
          </a:prstGeom>
          <a:solidFill>
            <a:srgbClr val="C49A32"/>
          </a:solidFill>
          <a:ln/>
        </p:spPr>
      </p:sp>
      <p:sp>
        <p:nvSpPr>
          <p:cNvPr id="35" name="Text 33"/>
          <p:cNvSpPr/>
          <p:nvPr/>
        </p:nvSpPr>
        <p:spPr>
          <a:xfrm>
            <a:off x="11247120" y="3602736"/>
            <a:ext cx="640080" cy="347472"/>
          </a:xfrm>
          <a:prstGeom prst="rect">
            <a:avLst/>
          </a:prstGeom>
          <a:noFill/>
          <a:ln/>
        </p:spPr>
        <p:txBody>
          <a:bodyPr wrap="square" rtlCol="0" anchor="ctr"/>
          <a:lstStyle/>
          <a:p>
            <a:pPr algn="r" indent="0" marL="0">
              <a:buNone/>
            </a:pPr>
            <a:r>
              <a:rPr lang="en-US" sz="1000" b="1" dirty="0">
                <a:solidFill>
                  <a:srgbClr val="C49A32"/>
                </a:solidFill>
                <a:latin typeface="Calibri" pitchFamily="34" charset="0"/>
                <a:ea typeface="Calibri" pitchFamily="34" charset="-122"/>
                <a:cs typeface="Calibri" pitchFamily="34" charset="-120"/>
              </a:rPr>
              <a:t>100%</a:t>
            </a:r>
            <a:endParaRPr lang="en-US" sz="1000" dirty="0"/>
          </a:p>
        </p:txBody>
      </p:sp>
      <p:sp>
        <p:nvSpPr>
          <p:cNvPr id="36" name="Text 34"/>
          <p:cNvSpPr/>
          <p:nvPr/>
        </p:nvSpPr>
        <p:spPr>
          <a:xfrm>
            <a:off x="594360" y="4078224"/>
            <a:ext cx="3474720" cy="347472"/>
          </a:xfrm>
          <a:prstGeom prst="rect">
            <a:avLst/>
          </a:prstGeom>
          <a:noFill/>
          <a:ln/>
        </p:spPr>
        <p:txBody>
          <a:bodyPr wrap="square" rtlCol="0" anchor="ctr"/>
          <a:lstStyle/>
          <a:p>
            <a:pPr indent="0" marL="0">
              <a:buNone/>
            </a:pPr>
            <a:r>
              <a:rPr lang="en-US" sz="1100" dirty="0">
                <a:solidFill>
                  <a:srgbClr val="2A1508"/>
                </a:solidFill>
                <a:latin typeface="Calibri" pitchFamily="34" charset="0"/>
                <a:ea typeface="Calibri" pitchFamily="34" charset="-122"/>
                <a:cs typeface="Calibri" pitchFamily="34" charset="-120"/>
              </a:rPr>
              <a:t>Travel &amp; Field Operations</a:t>
            </a:r>
            <a:endParaRPr lang="en-US" sz="1100" dirty="0"/>
          </a:p>
        </p:txBody>
      </p:sp>
      <p:sp>
        <p:nvSpPr>
          <p:cNvPr id="37" name="Text 35"/>
          <p:cNvSpPr/>
          <p:nvPr/>
        </p:nvSpPr>
        <p:spPr>
          <a:xfrm>
            <a:off x="4160520" y="4078224"/>
            <a:ext cx="2103120" cy="347472"/>
          </a:xfrm>
          <a:prstGeom prst="rect">
            <a:avLst/>
          </a:prstGeom>
          <a:noFill/>
          <a:ln/>
        </p:spPr>
        <p:txBody>
          <a:bodyPr wrap="square" rtlCol="0" anchor="ctr"/>
          <a:lstStyle/>
          <a:p>
            <a:pPr algn="r" indent="0" marL="0">
              <a:buNone/>
            </a:pPr>
            <a:r>
              <a:rPr lang="en-US" sz="900" dirty="0">
                <a:solidFill>
                  <a:srgbClr val="9B7B5A"/>
                </a:solidFill>
                <a:latin typeface="Calibri" pitchFamily="34" charset="0"/>
                <a:ea typeface="Calibri" pitchFamily="34" charset="-122"/>
                <a:cs typeface="Calibri" pitchFamily="34" charset="-120"/>
              </a:rPr>
              <a:t>₹2.8L / ₹4.0L</a:t>
            </a:r>
            <a:endParaRPr lang="en-US" sz="900" dirty="0"/>
          </a:p>
        </p:txBody>
      </p:sp>
      <p:sp>
        <p:nvSpPr>
          <p:cNvPr id="38" name="Shape 36"/>
          <p:cNvSpPr/>
          <p:nvPr/>
        </p:nvSpPr>
        <p:spPr>
          <a:xfrm>
            <a:off x="6400800" y="4206240"/>
            <a:ext cx="4754880" cy="164592"/>
          </a:xfrm>
          <a:prstGeom prst="rect">
            <a:avLst/>
          </a:prstGeom>
          <a:solidFill>
            <a:srgbClr val="E8DDD0"/>
          </a:solidFill>
          <a:ln/>
        </p:spPr>
      </p:sp>
      <p:sp>
        <p:nvSpPr>
          <p:cNvPr id="39" name="Shape 37"/>
          <p:cNvSpPr/>
          <p:nvPr/>
        </p:nvSpPr>
        <p:spPr>
          <a:xfrm>
            <a:off x="6400800" y="4206240"/>
            <a:ext cx="3328416" cy="164592"/>
          </a:xfrm>
          <a:prstGeom prst="rect">
            <a:avLst/>
          </a:prstGeom>
          <a:solidFill>
            <a:srgbClr val="2A1508"/>
          </a:solidFill>
          <a:ln/>
        </p:spPr>
      </p:sp>
      <p:sp>
        <p:nvSpPr>
          <p:cNvPr id="40" name="Text 38"/>
          <p:cNvSpPr/>
          <p:nvPr/>
        </p:nvSpPr>
        <p:spPr>
          <a:xfrm>
            <a:off x="11247120" y="4078224"/>
            <a:ext cx="640080" cy="347472"/>
          </a:xfrm>
          <a:prstGeom prst="rect">
            <a:avLst/>
          </a:prstGeom>
          <a:noFill/>
          <a:ln/>
        </p:spPr>
        <p:txBody>
          <a:bodyPr wrap="square" rtlCol="0" anchor="ctr"/>
          <a:lstStyle/>
          <a:p>
            <a:pPr algn="r" indent="0" marL="0">
              <a:buNone/>
            </a:pPr>
            <a:r>
              <a:rPr lang="en-US" sz="1000" dirty="0">
                <a:solidFill>
                  <a:srgbClr val="3D2010"/>
                </a:solidFill>
                <a:latin typeface="Calibri" pitchFamily="34" charset="0"/>
                <a:ea typeface="Calibri" pitchFamily="34" charset="-122"/>
                <a:cs typeface="Calibri" pitchFamily="34" charset="-120"/>
              </a:rPr>
              <a:t>70%</a:t>
            </a:r>
            <a:endParaRPr lang="en-US" sz="1000" dirty="0"/>
          </a:p>
        </p:txBody>
      </p:sp>
      <p:sp>
        <p:nvSpPr>
          <p:cNvPr id="41" name="Text 39"/>
          <p:cNvSpPr/>
          <p:nvPr/>
        </p:nvSpPr>
        <p:spPr>
          <a:xfrm>
            <a:off x="594360" y="4553712"/>
            <a:ext cx="3474720" cy="347472"/>
          </a:xfrm>
          <a:prstGeom prst="rect">
            <a:avLst/>
          </a:prstGeom>
          <a:noFill/>
          <a:ln/>
        </p:spPr>
        <p:txBody>
          <a:bodyPr wrap="square" rtlCol="0" anchor="ctr"/>
          <a:lstStyle/>
          <a:p>
            <a:pPr indent="0" marL="0">
              <a:buNone/>
            </a:pPr>
            <a:r>
              <a:rPr lang="en-US" sz="1100" dirty="0">
                <a:solidFill>
                  <a:srgbClr val="2A1508"/>
                </a:solidFill>
                <a:latin typeface="Calibri" pitchFamily="34" charset="0"/>
                <a:ea typeface="Calibri" pitchFamily="34" charset="-122"/>
                <a:cs typeface="Calibri" pitchFamily="34" charset="-120"/>
              </a:rPr>
              <a:t>Admin &amp; Overhead</a:t>
            </a:r>
            <a:endParaRPr lang="en-US" sz="1100" dirty="0"/>
          </a:p>
        </p:txBody>
      </p:sp>
      <p:sp>
        <p:nvSpPr>
          <p:cNvPr id="42" name="Text 40"/>
          <p:cNvSpPr/>
          <p:nvPr/>
        </p:nvSpPr>
        <p:spPr>
          <a:xfrm>
            <a:off x="4160520" y="4553712"/>
            <a:ext cx="2103120" cy="347472"/>
          </a:xfrm>
          <a:prstGeom prst="rect">
            <a:avLst/>
          </a:prstGeom>
          <a:noFill/>
          <a:ln/>
        </p:spPr>
        <p:txBody>
          <a:bodyPr wrap="square" rtlCol="0" anchor="ctr"/>
          <a:lstStyle/>
          <a:p>
            <a:pPr algn="r" indent="0" marL="0">
              <a:buNone/>
            </a:pPr>
            <a:r>
              <a:rPr lang="en-US" sz="900" dirty="0">
                <a:solidFill>
                  <a:srgbClr val="9B7B5A"/>
                </a:solidFill>
                <a:latin typeface="Calibri" pitchFamily="34" charset="0"/>
                <a:ea typeface="Calibri" pitchFamily="34" charset="-122"/>
                <a:cs typeface="Calibri" pitchFamily="34" charset="-120"/>
              </a:rPr>
              <a:t>₹1.4L / ₹3.0L</a:t>
            </a:r>
            <a:endParaRPr lang="en-US" sz="900" dirty="0"/>
          </a:p>
        </p:txBody>
      </p:sp>
      <p:sp>
        <p:nvSpPr>
          <p:cNvPr id="43" name="Shape 41"/>
          <p:cNvSpPr/>
          <p:nvPr/>
        </p:nvSpPr>
        <p:spPr>
          <a:xfrm>
            <a:off x="6400800" y="4681728"/>
            <a:ext cx="4754880" cy="164592"/>
          </a:xfrm>
          <a:prstGeom prst="rect">
            <a:avLst/>
          </a:prstGeom>
          <a:solidFill>
            <a:srgbClr val="E8DDD0"/>
          </a:solidFill>
          <a:ln/>
        </p:spPr>
      </p:sp>
      <p:sp>
        <p:nvSpPr>
          <p:cNvPr id="44" name="Shape 42"/>
          <p:cNvSpPr/>
          <p:nvPr/>
        </p:nvSpPr>
        <p:spPr>
          <a:xfrm>
            <a:off x="6400800" y="4681728"/>
            <a:ext cx="2282342" cy="164592"/>
          </a:xfrm>
          <a:prstGeom prst="rect">
            <a:avLst/>
          </a:prstGeom>
          <a:solidFill>
            <a:srgbClr val="2A1508"/>
          </a:solidFill>
          <a:ln/>
        </p:spPr>
      </p:sp>
      <p:sp>
        <p:nvSpPr>
          <p:cNvPr id="45" name="Text 43"/>
          <p:cNvSpPr/>
          <p:nvPr/>
        </p:nvSpPr>
        <p:spPr>
          <a:xfrm>
            <a:off x="11247120" y="4553712"/>
            <a:ext cx="640080" cy="347472"/>
          </a:xfrm>
          <a:prstGeom prst="rect">
            <a:avLst/>
          </a:prstGeom>
          <a:noFill/>
          <a:ln/>
        </p:spPr>
        <p:txBody>
          <a:bodyPr wrap="square" rtlCol="0" anchor="ctr"/>
          <a:lstStyle/>
          <a:p>
            <a:pPr algn="r" indent="0" marL="0">
              <a:buNone/>
            </a:pPr>
            <a:r>
              <a:rPr lang="en-US" sz="1000" dirty="0">
                <a:solidFill>
                  <a:srgbClr val="3D2010"/>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2A1508"/>
          </a:solidFill>
          <a:ln/>
        </p:spPr>
      </p:sp>
      <p:sp>
        <p:nvSpPr>
          <p:cNvPr id="3" name="Text 1"/>
          <p:cNvSpPr/>
          <p:nvPr/>
        </p:nvSpPr>
        <p:spPr>
          <a:xfrm>
            <a:off x="594360" y="201168"/>
            <a:ext cx="10972800" cy="256032"/>
          </a:xfrm>
          <a:prstGeom prst="rect">
            <a:avLst/>
          </a:prstGeom>
          <a:noFill/>
          <a:ln/>
        </p:spPr>
        <p:txBody>
          <a:bodyPr wrap="square" rtlCol="0" anchor="ctr"/>
          <a:lstStyle/>
          <a:p>
            <a:pPr indent="0" marL="0">
              <a:buNone/>
            </a:pPr>
            <a:r>
              <a:rPr lang="en-US" sz="850" b="1" spc="500" kern="0" dirty="0">
                <a:solidFill>
                  <a:srgbClr val="C49A32"/>
                </a:solidFill>
                <a:latin typeface="Calibri" pitchFamily="34" charset="0"/>
                <a:ea typeface="Calibri" pitchFamily="34" charset="-122"/>
                <a:cs typeface="Calibri" pitchFamily="34" charset="-120"/>
              </a:rPr>
              <a:t>WAY FORWARD</a:t>
            </a:r>
            <a:endParaRPr lang="en-US" sz="850" dirty="0"/>
          </a:p>
        </p:txBody>
      </p:sp>
      <p:sp>
        <p:nvSpPr>
          <p:cNvPr id="4" name="Text 2"/>
          <p:cNvSpPr/>
          <p:nvPr/>
        </p:nvSpPr>
        <p:spPr>
          <a:xfrm>
            <a:off x="594360" y="475488"/>
            <a:ext cx="10698480" cy="658368"/>
          </a:xfrm>
          <a:prstGeom prst="rect">
            <a:avLst/>
          </a:prstGeom>
          <a:noFill/>
          <a:ln/>
        </p:spPr>
        <p:txBody>
          <a:bodyPr wrap="square" rtlCol="0" anchor="ctr"/>
          <a:lstStyle/>
          <a:p>
            <a:pPr indent="0" marL="0">
              <a:buNone/>
            </a:pPr>
            <a:r>
              <a:rPr lang="en-US" sz="2800" b="1" dirty="0">
                <a:solidFill>
                  <a:srgbClr val="2A1508"/>
                </a:solidFill>
                <a:latin typeface="Georgia" pitchFamily="34" charset="0"/>
                <a:ea typeface="Georgia" pitchFamily="34" charset="-122"/>
                <a:cs typeface="Georgia" pitchFamily="34" charset="-120"/>
              </a:rPr>
              <a:t>Challenges &amp; Next Steps</a:t>
            </a:r>
            <a:endParaRPr lang="en-US" sz="2800" dirty="0"/>
          </a:p>
        </p:txBody>
      </p:sp>
      <p:sp>
        <p:nvSpPr>
          <p:cNvPr id="5" name="Shape 3"/>
          <p:cNvSpPr/>
          <p:nvPr/>
        </p:nvSpPr>
        <p:spPr>
          <a:xfrm>
            <a:off x="594360" y="1298448"/>
            <a:ext cx="3017520" cy="4160520"/>
          </a:xfrm>
          <a:prstGeom prst="rect">
            <a:avLst/>
          </a:prstGeom>
          <a:solidFill>
            <a:srgbClr val="F7F3EE"/>
          </a:solidFill>
          <a:ln/>
          <a:effectLst>
            <a:outerShdw sx="100000" sy="100000" kx="0" ky="0" algn="bl" rotWithShape="0" blurRad="127000" dist="38100" dir="8100000">
              <a:srgbClr val="000000">
                <a:alpha val="7000"/>
              </a:srgbClr>
            </a:outerShdw>
          </a:effectLst>
        </p:spPr>
      </p:sp>
      <p:sp>
        <p:nvSpPr>
          <p:cNvPr id="6" name="Shape 4"/>
          <p:cNvSpPr/>
          <p:nvPr/>
        </p:nvSpPr>
        <p:spPr>
          <a:xfrm>
            <a:off x="594360" y="1298448"/>
            <a:ext cx="3017520" cy="50292"/>
          </a:xfrm>
          <a:prstGeom prst="rect">
            <a:avLst/>
          </a:prstGeom>
          <a:solidFill>
            <a:srgbClr val="C0392B"/>
          </a:solidFill>
          <a:ln/>
        </p:spPr>
      </p:sp>
      <p:sp>
        <p:nvSpPr>
          <p:cNvPr id="7" name="Text 5"/>
          <p:cNvSpPr/>
          <p:nvPr/>
        </p:nvSpPr>
        <p:spPr>
          <a:xfrm>
            <a:off x="731520" y="1408176"/>
            <a:ext cx="2834640" cy="411480"/>
          </a:xfrm>
          <a:prstGeom prst="rect">
            <a:avLst/>
          </a:prstGeom>
          <a:noFill/>
          <a:ln/>
        </p:spPr>
        <p:txBody>
          <a:bodyPr wrap="square" rtlCol="0" anchor="ctr"/>
          <a:lstStyle/>
          <a:p>
            <a:pPr indent="0" marL="0">
              <a:buNone/>
            </a:pPr>
            <a:r>
              <a:rPr lang="en-US" sz="1600" b="1" dirty="0">
                <a:solidFill>
                  <a:srgbClr val="2A1508"/>
                </a:solidFill>
                <a:latin typeface="Georgia" pitchFamily="34" charset="0"/>
                <a:ea typeface="Georgia" pitchFamily="34" charset="-122"/>
                <a:cs typeface="Georgia" pitchFamily="34" charset="-120"/>
              </a:rPr>
              <a:t>Challenges</a:t>
            </a:r>
            <a:endParaRPr lang="en-US" sz="1600" dirty="0"/>
          </a:p>
        </p:txBody>
      </p:sp>
      <p:sp>
        <p:nvSpPr>
          <p:cNvPr id="8" name="Shape 6"/>
          <p:cNvSpPr/>
          <p:nvPr/>
        </p:nvSpPr>
        <p:spPr>
          <a:xfrm>
            <a:off x="731520" y="1865376"/>
            <a:ext cx="2743200" cy="22860"/>
          </a:xfrm>
          <a:prstGeom prst="rect">
            <a:avLst/>
          </a:prstGeom>
          <a:solidFill>
            <a:srgbClr val="E8DDD0"/>
          </a:solidFill>
          <a:ln/>
        </p:spPr>
      </p:sp>
      <p:sp>
        <p:nvSpPr>
          <p:cNvPr id="9" name="Text 7"/>
          <p:cNvSpPr/>
          <p:nvPr/>
        </p:nvSpPr>
        <p:spPr>
          <a:xfrm>
            <a:off x="731520" y="1984248"/>
            <a:ext cx="2788920" cy="3319272"/>
          </a:xfrm>
          <a:prstGeom prst="rect">
            <a:avLst/>
          </a:prstGeom>
          <a:noFill/>
          <a:ln/>
        </p:spPr>
        <p:txBody>
          <a:bodyPr wrap="square" rtlCol="0" anchor="t"/>
          <a:lstStyle/>
          <a:p>
            <a:pPr indent="0" marL="0">
              <a:lnSpc>
                <a:spcPct val="150000"/>
              </a:lnSpc>
              <a:buNone/>
            </a:pPr>
            <a:r>
              <a:rPr lang="en-US" sz="1150" dirty="0">
                <a:solidFill>
                  <a:srgbClr val="3D2010"/>
                </a:solidFill>
                <a:latin typeface="Calibri" pitchFamily="34" charset="0"/>
                <a:ea typeface="Calibri" pitchFamily="34" charset="-122"/>
                <a:cs typeface="Calibri" pitchFamily="34" charset="-120"/>
              </a:rPr>
              <a:t>Field access was limited in several remote areas due to monsoon season, increasing travel costs and delaying two planned workshops. Teacher turnover at partner schools required additional onboarding sessions.</a:t>
            </a:r>
            <a:endParaRPr lang="en-US" sz="1150" dirty="0"/>
          </a:p>
        </p:txBody>
      </p:sp>
      <p:sp>
        <p:nvSpPr>
          <p:cNvPr id="10" name="Shape 8"/>
          <p:cNvSpPr/>
          <p:nvPr/>
        </p:nvSpPr>
        <p:spPr>
          <a:xfrm>
            <a:off x="3794760" y="1298448"/>
            <a:ext cx="3017520" cy="4160520"/>
          </a:xfrm>
          <a:prstGeom prst="rect">
            <a:avLst/>
          </a:prstGeom>
          <a:solidFill>
            <a:srgbClr val="F7F3EE"/>
          </a:solidFill>
          <a:ln/>
          <a:effectLst>
            <a:outerShdw sx="100000" sy="100000" kx="0" ky="0" algn="bl" rotWithShape="0" blurRad="127000" dist="38100" dir="8100000">
              <a:srgbClr val="000000">
                <a:alpha val="7000"/>
              </a:srgbClr>
            </a:outerShdw>
          </a:effectLst>
        </p:spPr>
      </p:sp>
      <p:sp>
        <p:nvSpPr>
          <p:cNvPr id="11" name="Shape 9"/>
          <p:cNvSpPr/>
          <p:nvPr/>
        </p:nvSpPr>
        <p:spPr>
          <a:xfrm>
            <a:off x="3794760" y="1298448"/>
            <a:ext cx="3017520" cy="50292"/>
          </a:xfrm>
          <a:prstGeom prst="rect">
            <a:avLst/>
          </a:prstGeom>
          <a:solidFill>
            <a:srgbClr val="2D7D46"/>
          </a:solidFill>
          <a:ln/>
        </p:spPr>
      </p:sp>
      <p:sp>
        <p:nvSpPr>
          <p:cNvPr id="12" name="Text 10"/>
          <p:cNvSpPr/>
          <p:nvPr/>
        </p:nvSpPr>
        <p:spPr>
          <a:xfrm>
            <a:off x="3931920" y="1408176"/>
            <a:ext cx="2834640" cy="411480"/>
          </a:xfrm>
          <a:prstGeom prst="rect">
            <a:avLst/>
          </a:prstGeom>
          <a:noFill/>
          <a:ln/>
        </p:spPr>
        <p:txBody>
          <a:bodyPr wrap="square" rtlCol="0" anchor="ctr"/>
          <a:lstStyle/>
          <a:p>
            <a:pPr indent="0" marL="0">
              <a:buNone/>
            </a:pPr>
            <a:r>
              <a:rPr lang="en-US" sz="1600" b="1" dirty="0">
                <a:solidFill>
                  <a:srgbClr val="2A1508"/>
                </a:solidFill>
                <a:latin typeface="Georgia" pitchFamily="34" charset="0"/>
                <a:ea typeface="Georgia" pitchFamily="34" charset="-122"/>
                <a:cs typeface="Georgia" pitchFamily="34" charset="-120"/>
              </a:rPr>
              <a:t>Next Steps</a:t>
            </a:r>
            <a:endParaRPr lang="en-US" sz="1600" dirty="0"/>
          </a:p>
        </p:txBody>
      </p:sp>
      <p:sp>
        <p:nvSpPr>
          <p:cNvPr id="13" name="Shape 11"/>
          <p:cNvSpPr/>
          <p:nvPr/>
        </p:nvSpPr>
        <p:spPr>
          <a:xfrm>
            <a:off x="3931920" y="1865376"/>
            <a:ext cx="2743200" cy="22860"/>
          </a:xfrm>
          <a:prstGeom prst="rect">
            <a:avLst/>
          </a:prstGeom>
          <a:solidFill>
            <a:srgbClr val="E8DDD0"/>
          </a:solidFill>
          <a:ln/>
        </p:spPr>
      </p:sp>
      <p:sp>
        <p:nvSpPr>
          <p:cNvPr id="14" name="Text 12"/>
          <p:cNvSpPr/>
          <p:nvPr/>
        </p:nvSpPr>
        <p:spPr>
          <a:xfrm>
            <a:off x="3931920" y="1984248"/>
            <a:ext cx="2788920" cy="3319272"/>
          </a:xfrm>
          <a:prstGeom prst="rect">
            <a:avLst/>
          </a:prstGeom>
          <a:noFill/>
          <a:ln/>
        </p:spPr>
        <p:txBody>
          <a:bodyPr wrap="square" rtlCol="0" anchor="t"/>
          <a:lstStyle/>
          <a:p>
            <a:pPr indent="0" marL="0">
              <a:lnSpc>
                <a:spcPct val="150000"/>
              </a:lnSpc>
              <a:buNone/>
            </a:pPr>
            <a:r>
              <a:rPr lang="en-US" sz="1150" dirty="0">
                <a:solidFill>
                  <a:srgbClr val="3D2010"/>
                </a:solidFill>
                <a:latin typeface="Calibri" pitchFamily="34" charset="0"/>
                <a:ea typeface="Calibri" pitchFamily="34" charset="-122"/>
                <a:cs typeface="Calibri" pitchFamily="34" charset="-120"/>
              </a:rPr>
              <a:t>Expand programme to Hyderabad cluster in Q4. Recruit 20 additional facilitators. Complete remaining 33 teacher training slots by March 2025.</a:t>
            </a:r>
            <a:endParaRPr lang="en-US" sz="1150" dirty="0"/>
          </a:p>
        </p:txBody>
      </p:sp>
      <p:sp>
        <p:nvSpPr>
          <p:cNvPr id="15" name="Shape 13"/>
          <p:cNvSpPr/>
          <p:nvPr/>
        </p:nvSpPr>
        <p:spPr>
          <a:xfrm>
            <a:off x="0" y="6501384"/>
            <a:ext cx="6976872" cy="36576"/>
          </a:xfrm>
          <a:prstGeom prst="rect">
            <a:avLst/>
          </a:prstGeom>
          <a:solidFill>
            <a:srgbClr val="C49A32"/>
          </a:solidFill>
          <a:ln/>
        </p:spPr>
      </p:sp>
      <p:sp>
        <p:nvSpPr>
          <p:cNvPr id="16" name="Text 14"/>
          <p:cNvSpPr/>
          <p:nvPr/>
        </p:nvSpPr>
        <p:spPr>
          <a:xfrm>
            <a:off x="594360" y="6565392"/>
            <a:ext cx="4572000" cy="201168"/>
          </a:xfrm>
          <a:prstGeom prst="rect">
            <a:avLst/>
          </a:prstGeom>
          <a:noFill/>
          <a:ln/>
        </p:spPr>
        <p:txBody>
          <a:bodyPr wrap="square" rtlCol="0" anchor="ctr"/>
          <a:lstStyle/>
          <a:p>
            <a:pPr indent="0" marL="0">
              <a:buNone/>
            </a:pPr>
            <a:r>
              <a:rPr lang="en-US" sz="750" dirty="0">
                <a:solidFill>
                  <a:srgbClr val="9B7B5A"/>
                </a:solidFill>
                <a:latin typeface="Calibri" pitchFamily="34" charset="0"/>
                <a:ea typeface="Calibri" pitchFamily="34" charset="-122"/>
                <a:cs typeface="Calibri" pitchFamily="34" charset="-120"/>
              </a:rPr>
              <a:t>Vision Empower</a:t>
            </a:r>
            <a:endParaRPr lang="en-US" sz="750" dirty="0"/>
          </a:p>
        </p:txBody>
      </p:sp>
      <p:sp>
        <p:nvSpPr>
          <p:cNvPr id="17" name="Text 15"/>
          <p:cNvSpPr/>
          <p:nvPr/>
        </p:nvSpPr>
        <p:spPr>
          <a:xfrm>
            <a:off x="5760720" y="6565392"/>
            <a:ext cx="1097280" cy="201168"/>
          </a:xfrm>
          <a:prstGeom prst="rect">
            <a:avLst/>
          </a:prstGeom>
          <a:noFill/>
          <a:ln/>
        </p:spPr>
        <p:txBody>
          <a:bodyPr wrap="square" rtlCol="0" anchor="ctr"/>
          <a:lstStyle/>
          <a:p>
            <a:pPr algn="r" indent="0" marL="0">
              <a:buNone/>
            </a:pPr>
            <a:r>
              <a:rPr lang="en-US" sz="750" dirty="0">
                <a:solidFill>
                  <a:srgbClr val="9B7B5A"/>
                </a:solidFill>
                <a:latin typeface="Calibri" pitchFamily="34" charset="0"/>
                <a:ea typeface="Calibri" pitchFamily="34" charset="-122"/>
                <a:cs typeface="Calibri" pitchFamily="34" charset="-120"/>
              </a:rPr>
              <a:t>9 / 9</a:t>
            </a:r>
            <a:endParaRPr lang="en-US" sz="750" dirty="0"/>
          </a:p>
        </p:txBody>
      </p:sp>
      <p:sp>
        <p:nvSpPr>
          <p:cNvPr id="18" name="Shape 16"/>
          <p:cNvSpPr/>
          <p:nvPr/>
        </p:nvSpPr>
        <p:spPr>
          <a:xfrm>
            <a:off x="6976872" y="0"/>
            <a:ext cx="5212080" cy="6858000"/>
          </a:xfrm>
          <a:prstGeom prst="rect">
            <a:avLst/>
          </a:prstGeom>
          <a:solidFill>
            <a:srgbClr val="2A1508"/>
          </a:solidFill>
          <a:ln/>
        </p:spPr>
      </p:sp>
      <p:sp>
        <p:nvSpPr>
          <p:cNvPr id="19" name="Shape 17"/>
          <p:cNvSpPr/>
          <p:nvPr/>
        </p:nvSpPr>
        <p:spPr>
          <a:xfrm>
            <a:off x="7955280" y="457200"/>
            <a:ext cx="91440" cy="91440"/>
          </a:xfrm>
          <a:prstGeom prst="ellipse">
            <a:avLst/>
          </a:prstGeom>
          <a:solidFill>
            <a:srgbClr val="C49A32">
              <a:alpha val="25000"/>
            </a:srgbClr>
          </a:solidFill>
          <a:ln/>
        </p:spPr>
      </p:sp>
      <p:sp>
        <p:nvSpPr>
          <p:cNvPr id="20" name="Shape 18"/>
          <p:cNvSpPr/>
          <p:nvPr/>
        </p:nvSpPr>
        <p:spPr>
          <a:xfrm>
            <a:off x="7955280" y="1234440"/>
            <a:ext cx="91440" cy="91440"/>
          </a:xfrm>
          <a:prstGeom prst="ellipse">
            <a:avLst/>
          </a:prstGeom>
          <a:solidFill>
            <a:srgbClr val="C49A32">
              <a:alpha val="25000"/>
            </a:srgbClr>
          </a:solidFill>
          <a:ln/>
        </p:spPr>
      </p:sp>
      <p:sp>
        <p:nvSpPr>
          <p:cNvPr id="21" name="Shape 19"/>
          <p:cNvSpPr/>
          <p:nvPr/>
        </p:nvSpPr>
        <p:spPr>
          <a:xfrm>
            <a:off x="7955280" y="2011680"/>
            <a:ext cx="91440" cy="91440"/>
          </a:xfrm>
          <a:prstGeom prst="ellipse">
            <a:avLst/>
          </a:prstGeom>
          <a:solidFill>
            <a:srgbClr val="C49A32">
              <a:alpha val="25000"/>
            </a:srgbClr>
          </a:solidFill>
          <a:ln/>
        </p:spPr>
      </p:sp>
      <p:sp>
        <p:nvSpPr>
          <p:cNvPr id="22" name="Shape 20"/>
          <p:cNvSpPr/>
          <p:nvPr/>
        </p:nvSpPr>
        <p:spPr>
          <a:xfrm>
            <a:off x="7955280" y="2788920"/>
            <a:ext cx="91440" cy="91440"/>
          </a:xfrm>
          <a:prstGeom prst="ellipse">
            <a:avLst/>
          </a:prstGeom>
          <a:solidFill>
            <a:srgbClr val="C49A32">
              <a:alpha val="25000"/>
            </a:srgbClr>
          </a:solidFill>
          <a:ln/>
        </p:spPr>
      </p:sp>
      <p:sp>
        <p:nvSpPr>
          <p:cNvPr id="23" name="Shape 21"/>
          <p:cNvSpPr/>
          <p:nvPr/>
        </p:nvSpPr>
        <p:spPr>
          <a:xfrm>
            <a:off x="7955280" y="3566160"/>
            <a:ext cx="91440" cy="91440"/>
          </a:xfrm>
          <a:prstGeom prst="ellipse">
            <a:avLst/>
          </a:prstGeom>
          <a:solidFill>
            <a:srgbClr val="C49A32">
              <a:alpha val="25000"/>
            </a:srgbClr>
          </a:solidFill>
          <a:ln/>
        </p:spPr>
      </p:sp>
      <p:sp>
        <p:nvSpPr>
          <p:cNvPr id="24" name="Shape 22"/>
          <p:cNvSpPr/>
          <p:nvPr/>
        </p:nvSpPr>
        <p:spPr>
          <a:xfrm>
            <a:off x="7955280" y="4343400"/>
            <a:ext cx="91440" cy="91440"/>
          </a:xfrm>
          <a:prstGeom prst="ellipse">
            <a:avLst/>
          </a:prstGeom>
          <a:solidFill>
            <a:srgbClr val="C49A32">
              <a:alpha val="25000"/>
            </a:srgbClr>
          </a:solidFill>
          <a:ln/>
        </p:spPr>
      </p:sp>
      <p:sp>
        <p:nvSpPr>
          <p:cNvPr id="25" name="Shape 23"/>
          <p:cNvSpPr/>
          <p:nvPr/>
        </p:nvSpPr>
        <p:spPr>
          <a:xfrm>
            <a:off x="8503920" y="457200"/>
            <a:ext cx="91440" cy="91440"/>
          </a:xfrm>
          <a:prstGeom prst="ellipse">
            <a:avLst/>
          </a:prstGeom>
          <a:solidFill>
            <a:srgbClr val="C49A32">
              <a:alpha val="25000"/>
            </a:srgbClr>
          </a:solidFill>
          <a:ln/>
        </p:spPr>
      </p:sp>
      <p:sp>
        <p:nvSpPr>
          <p:cNvPr id="26" name="Shape 24"/>
          <p:cNvSpPr/>
          <p:nvPr/>
        </p:nvSpPr>
        <p:spPr>
          <a:xfrm>
            <a:off x="8503920" y="1234440"/>
            <a:ext cx="91440" cy="91440"/>
          </a:xfrm>
          <a:prstGeom prst="ellipse">
            <a:avLst/>
          </a:prstGeom>
          <a:solidFill>
            <a:srgbClr val="C49A32">
              <a:alpha val="25000"/>
            </a:srgbClr>
          </a:solidFill>
          <a:ln/>
        </p:spPr>
      </p:sp>
      <p:sp>
        <p:nvSpPr>
          <p:cNvPr id="27" name="Shape 25"/>
          <p:cNvSpPr/>
          <p:nvPr/>
        </p:nvSpPr>
        <p:spPr>
          <a:xfrm>
            <a:off x="8503920" y="2011680"/>
            <a:ext cx="91440" cy="91440"/>
          </a:xfrm>
          <a:prstGeom prst="ellipse">
            <a:avLst/>
          </a:prstGeom>
          <a:solidFill>
            <a:srgbClr val="C49A32">
              <a:alpha val="25000"/>
            </a:srgbClr>
          </a:solidFill>
          <a:ln/>
        </p:spPr>
      </p:sp>
      <p:sp>
        <p:nvSpPr>
          <p:cNvPr id="28" name="Shape 26"/>
          <p:cNvSpPr/>
          <p:nvPr/>
        </p:nvSpPr>
        <p:spPr>
          <a:xfrm>
            <a:off x="8503920" y="2788920"/>
            <a:ext cx="91440" cy="91440"/>
          </a:xfrm>
          <a:prstGeom prst="ellipse">
            <a:avLst/>
          </a:prstGeom>
          <a:solidFill>
            <a:srgbClr val="C49A32">
              <a:alpha val="25000"/>
            </a:srgbClr>
          </a:solidFill>
          <a:ln/>
        </p:spPr>
      </p:sp>
      <p:sp>
        <p:nvSpPr>
          <p:cNvPr id="29" name="Shape 27"/>
          <p:cNvSpPr/>
          <p:nvPr/>
        </p:nvSpPr>
        <p:spPr>
          <a:xfrm>
            <a:off x="8503920" y="3566160"/>
            <a:ext cx="91440" cy="91440"/>
          </a:xfrm>
          <a:prstGeom prst="ellipse">
            <a:avLst/>
          </a:prstGeom>
          <a:solidFill>
            <a:srgbClr val="C49A32">
              <a:alpha val="25000"/>
            </a:srgbClr>
          </a:solidFill>
          <a:ln/>
        </p:spPr>
      </p:sp>
      <p:sp>
        <p:nvSpPr>
          <p:cNvPr id="30" name="Shape 28"/>
          <p:cNvSpPr/>
          <p:nvPr/>
        </p:nvSpPr>
        <p:spPr>
          <a:xfrm>
            <a:off x="8503920" y="4343400"/>
            <a:ext cx="91440" cy="91440"/>
          </a:xfrm>
          <a:prstGeom prst="ellipse">
            <a:avLst/>
          </a:prstGeom>
          <a:solidFill>
            <a:srgbClr val="C49A32">
              <a:alpha val="25000"/>
            </a:srgbClr>
          </a:solidFill>
          <a:ln/>
        </p:spPr>
      </p:sp>
      <p:sp>
        <p:nvSpPr>
          <p:cNvPr id="31" name="Shape 29"/>
          <p:cNvSpPr/>
          <p:nvPr/>
        </p:nvSpPr>
        <p:spPr>
          <a:xfrm>
            <a:off x="9052560" y="457200"/>
            <a:ext cx="91440" cy="91440"/>
          </a:xfrm>
          <a:prstGeom prst="ellipse">
            <a:avLst/>
          </a:prstGeom>
          <a:solidFill>
            <a:srgbClr val="C49A32">
              <a:alpha val="25000"/>
            </a:srgbClr>
          </a:solidFill>
          <a:ln/>
        </p:spPr>
      </p:sp>
      <p:sp>
        <p:nvSpPr>
          <p:cNvPr id="32" name="Shape 30"/>
          <p:cNvSpPr/>
          <p:nvPr/>
        </p:nvSpPr>
        <p:spPr>
          <a:xfrm>
            <a:off x="9052560" y="1234440"/>
            <a:ext cx="91440" cy="91440"/>
          </a:xfrm>
          <a:prstGeom prst="ellipse">
            <a:avLst/>
          </a:prstGeom>
          <a:solidFill>
            <a:srgbClr val="C49A32">
              <a:alpha val="25000"/>
            </a:srgbClr>
          </a:solidFill>
          <a:ln/>
        </p:spPr>
      </p:sp>
      <p:sp>
        <p:nvSpPr>
          <p:cNvPr id="33" name="Shape 31"/>
          <p:cNvSpPr/>
          <p:nvPr/>
        </p:nvSpPr>
        <p:spPr>
          <a:xfrm>
            <a:off x="9052560" y="2011680"/>
            <a:ext cx="91440" cy="91440"/>
          </a:xfrm>
          <a:prstGeom prst="ellipse">
            <a:avLst/>
          </a:prstGeom>
          <a:solidFill>
            <a:srgbClr val="C49A32">
              <a:alpha val="25000"/>
            </a:srgbClr>
          </a:solidFill>
          <a:ln/>
        </p:spPr>
      </p:sp>
      <p:sp>
        <p:nvSpPr>
          <p:cNvPr id="34" name="Shape 32"/>
          <p:cNvSpPr/>
          <p:nvPr/>
        </p:nvSpPr>
        <p:spPr>
          <a:xfrm>
            <a:off x="9052560" y="2788920"/>
            <a:ext cx="91440" cy="91440"/>
          </a:xfrm>
          <a:prstGeom prst="ellipse">
            <a:avLst/>
          </a:prstGeom>
          <a:solidFill>
            <a:srgbClr val="C49A32">
              <a:alpha val="25000"/>
            </a:srgbClr>
          </a:solidFill>
          <a:ln/>
        </p:spPr>
      </p:sp>
      <p:sp>
        <p:nvSpPr>
          <p:cNvPr id="35" name="Shape 33"/>
          <p:cNvSpPr/>
          <p:nvPr/>
        </p:nvSpPr>
        <p:spPr>
          <a:xfrm>
            <a:off x="9052560" y="3566160"/>
            <a:ext cx="91440" cy="91440"/>
          </a:xfrm>
          <a:prstGeom prst="ellipse">
            <a:avLst/>
          </a:prstGeom>
          <a:solidFill>
            <a:srgbClr val="C49A32">
              <a:alpha val="25000"/>
            </a:srgbClr>
          </a:solidFill>
          <a:ln/>
        </p:spPr>
      </p:sp>
      <p:sp>
        <p:nvSpPr>
          <p:cNvPr id="36" name="Shape 34"/>
          <p:cNvSpPr/>
          <p:nvPr/>
        </p:nvSpPr>
        <p:spPr>
          <a:xfrm>
            <a:off x="9052560" y="4343400"/>
            <a:ext cx="91440" cy="91440"/>
          </a:xfrm>
          <a:prstGeom prst="ellipse">
            <a:avLst/>
          </a:prstGeom>
          <a:solidFill>
            <a:srgbClr val="C49A32">
              <a:alpha val="25000"/>
            </a:srgbClr>
          </a:solidFill>
          <a:ln/>
        </p:spPr>
      </p:sp>
      <p:sp>
        <p:nvSpPr>
          <p:cNvPr id="37" name="Text 35"/>
          <p:cNvSpPr/>
          <p:nvPr/>
        </p:nvSpPr>
        <p:spPr>
          <a:xfrm>
            <a:off x="7086600" y="1463040"/>
            <a:ext cx="4937760" cy="1097280"/>
          </a:xfrm>
          <a:prstGeom prst="rect">
            <a:avLst/>
          </a:prstGeom>
          <a:noFill/>
          <a:ln/>
        </p:spPr>
        <p:txBody>
          <a:bodyPr wrap="square" rtlCol="0" anchor="ctr"/>
          <a:lstStyle/>
          <a:p>
            <a:pPr algn="ctr" indent="0" marL="0">
              <a:buNone/>
            </a:pPr>
            <a:r>
              <a:rPr lang="en-US" sz="5200" i="1" dirty="0">
                <a:solidFill>
                  <a:srgbClr val="F7F3EE"/>
                </a:solidFill>
                <a:latin typeface="Georgia" pitchFamily="34" charset="0"/>
                <a:ea typeface="Georgia" pitchFamily="34" charset="-122"/>
                <a:cs typeface="Georgia" pitchFamily="34" charset="-120"/>
              </a:rPr>
              <a:t>Thank You</a:t>
            </a:r>
            <a:endParaRPr lang="en-US" sz="5200" dirty="0"/>
          </a:p>
        </p:txBody>
      </p:sp>
      <p:sp>
        <p:nvSpPr>
          <p:cNvPr id="38" name="Text 36"/>
          <p:cNvSpPr/>
          <p:nvPr/>
        </p:nvSpPr>
        <p:spPr>
          <a:xfrm>
            <a:off x="7086600" y="2651760"/>
            <a:ext cx="4937760" cy="347472"/>
          </a:xfrm>
          <a:prstGeom prst="rect">
            <a:avLst/>
          </a:prstGeom>
          <a:noFill/>
          <a:ln/>
        </p:spPr>
        <p:txBody>
          <a:bodyPr wrap="square" rtlCol="0" anchor="ctr"/>
          <a:lstStyle/>
          <a:p>
            <a:pPr algn="ctr" indent="0" marL="0">
              <a:buNone/>
            </a:pPr>
            <a:r>
              <a:rPr lang="en-US" sz="1100" dirty="0">
                <a:solidFill>
                  <a:srgbClr val="C49A32"/>
                </a:solidFill>
                <a:latin typeface="Calibri" pitchFamily="34" charset="0"/>
                <a:ea typeface="Calibri" pitchFamily="34" charset="-122"/>
                <a:cs typeface="Calibri" pitchFamily="34" charset="-120"/>
              </a:rPr>
              <a:t>for your continued partnership</a:t>
            </a:r>
            <a:endParaRPr lang="en-US" sz="1100" dirty="0"/>
          </a:p>
        </p:txBody>
      </p:sp>
      <p:sp>
        <p:nvSpPr>
          <p:cNvPr id="39" name="Text 37"/>
          <p:cNvSpPr/>
          <p:nvPr/>
        </p:nvSpPr>
        <p:spPr>
          <a:xfrm>
            <a:off x="7086600" y="3017520"/>
            <a:ext cx="4937760" cy="640080"/>
          </a:xfrm>
          <a:prstGeom prst="rect">
            <a:avLst/>
          </a:prstGeom>
          <a:noFill/>
          <a:ln/>
        </p:spPr>
        <p:txBody>
          <a:bodyPr wrap="square" rtlCol="0" anchor="ctr"/>
          <a:lstStyle/>
          <a:p>
            <a:pPr algn="ctr" indent="0" marL="0">
              <a:buNone/>
            </a:pPr>
            <a:r>
              <a:rPr lang="en-US" sz="1500" b="1" dirty="0">
                <a:solidFill>
                  <a:srgbClr val="F7F3EE"/>
                </a:solidFill>
                <a:latin typeface="Georgia" pitchFamily="34" charset="0"/>
                <a:ea typeface="Georgia" pitchFamily="34" charset="-122"/>
                <a:cs typeface="Georgia" pitchFamily="34" charset="-120"/>
              </a:rPr>
              <a:t>Empowering Through Education</a:t>
            </a:r>
            <a:endParaRPr lang="en-US" sz="1500" dirty="0"/>
          </a:p>
        </p:txBody>
      </p:sp>
      <p:sp>
        <p:nvSpPr>
          <p:cNvPr id="40" name="Shape 38"/>
          <p:cNvSpPr/>
          <p:nvPr/>
        </p:nvSpPr>
        <p:spPr>
          <a:xfrm>
            <a:off x="7589520" y="3749040"/>
            <a:ext cx="3931920" cy="22860"/>
          </a:xfrm>
          <a:prstGeom prst="rect">
            <a:avLst/>
          </a:prstGeom>
          <a:solidFill>
            <a:srgbClr val="F7F3EE">
              <a:alpha val="35000"/>
            </a:srgbClr>
          </a:solidFill>
          <a:ln/>
        </p:spPr>
      </p:sp>
      <p:sp>
        <p:nvSpPr>
          <p:cNvPr id="41" name="Text 39"/>
          <p:cNvSpPr/>
          <p:nvPr/>
        </p:nvSpPr>
        <p:spPr>
          <a:xfrm>
            <a:off x="7086600" y="3886200"/>
            <a:ext cx="4937760" cy="1371600"/>
          </a:xfrm>
          <a:prstGeom prst="rect">
            <a:avLst/>
          </a:prstGeom>
          <a:noFill/>
          <a:ln/>
        </p:spPr>
        <p:txBody>
          <a:bodyPr wrap="square" rtlCol="0" anchor="ctr"/>
          <a:lstStyle/>
          <a:p>
            <a:pPr algn="ctr" indent="0" marL="0">
              <a:lnSpc>
                <a:spcPct val="155000"/>
              </a:lnSpc>
              <a:buNone/>
            </a:pPr>
            <a:r>
              <a:rPr lang="en-US" sz="1050" b="1" dirty="0">
                <a:solidFill>
                  <a:srgbClr val="F7F3EE"/>
                </a:solidFill>
                <a:latin typeface="Calibri" pitchFamily="34" charset="0"/>
                <a:ea typeface="Calibri" pitchFamily="34" charset="-122"/>
                <a:cs typeface="Calibri" pitchFamily="34" charset="-120"/>
              </a:rPr>
              <a:t>Vision Empower Trust
</a:t>
            </a:r>
            <a:pPr algn="ctr" indent="0" marL="0">
              <a:lnSpc>
                <a:spcPct val="155000"/>
              </a:lnSpc>
              <a:buNone/>
            </a:pPr>
            <a:r>
              <a:rPr lang="en-US" sz="1050" i="1" dirty="0">
                <a:solidFill>
                  <a:srgbClr val="F7F3EE"/>
                </a:solidFill>
                <a:latin typeface="Calibri" pitchFamily="34" charset="0"/>
                <a:ea typeface="Calibri" pitchFamily="34" charset="-122"/>
                <a:cs typeface="Calibri" pitchFamily="34" charset="-120"/>
              </a:rPr>
              <a:t>Enabling inclusive education for
visually impaired children
</a:t>
            </a:r>
            <a:pPr algn="ctr" indent="0" marL="0">
              <a:lnSpc>
                <a:spcPct val="155000"/>
              </a:lnSpc>
              <a:buNone/>
            </a:pPr>
            <a:r>
              <a:rPr lang="en-US" sz="1050" b="1" dirty="0">
                <a:solidFill>
                  <a:srgbClr val="C49A32"/>
                </a:solidFill>
                <a:latin typeface="Calibri" pitchFamily="34" charset="0"/>
                <a:ea typeface="Calibri" pitchFamily="34" charset="-122"/>
                <a:cs typeface="Calibri" pitchFamily="34" charset="-120"/>
              </a:rPr>
              <a:t>www.visionempower.in</a:t>
            </a:r>
            <a:endParaRPr lang="en-US" sz="1050" dirty="0"/>
          </a:p>
        </p:txBody>
      </p:sp>
      <p:sp>
        <p:nvSpPr>
          <p:cNvPr id="42" name="Text 40"/>
          <p:cNvSpPr/>
          <p:nvPr/>
        </p:nvSpPr>
        <p:spPr>
          <a:xfrm>
            <a:off x="7086600" y="5257800"/>
            <a:ext cx="4937760" cy="274320"/>
          </a:xfrm>
          <a:prstGeom prst="rect">
            <a:avLst/>
          </a:prstGeom>
          <a:noFill/>
          <a:ln/>
        </p:spPr>
        <p:txBody>
          <a:bodyPr wrap="square" rtlCol="0" anchor="ctr"/>
          <a:lstStyle/>
          <a:p>
            <a:pPr algn="ctr" indent="0" marL="0">
              <a:buNone/>
            </a:pPr>
            <a:r>
              <a:rPr lang="en-US" sz="900" dirty="0">
                <a:solidFill>
                  <a:srgbClr val="9B7B5A"/>
                </a:solidFill>
                <a:latin typeface="Calibri" pitchFamily="34" charset="0"/>
                <a:ea typeface="Calibri" pitchFamily="34" charset="-122"/>
                <a:cs typeface="Calibri" pitchFamily="34" charset="-120"/>
              </a:rPr>
              <a:t>Funded by Tata Trusts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Vision Empower Trust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Empowering Through Education — Funder Report</dc:title>
  <dc:subject>PptxGenJS Presentation</dc:subject>
  <dc:creator>Vision Empower</dc:creator>
  <cp:lastModifiedBy>Vision Empower</cp:lastModifiedBy>
  <cp:revision>1</cp:revision>
  <dcterms:created xsi:type="dcterms:W3CDTF">2026-05-02T16:48:54Z</dcterms:created>
  <dcterms:modified xsi:type="dcterms:W3CDTF">2026-05-02T16:48:54Z</dcterms:modified>
</cp:coreProperties>
</file>